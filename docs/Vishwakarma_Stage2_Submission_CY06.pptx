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c1997d243346d7" /><Relationship Type="http://schemas.openxmlformats.org/officeDocument/2006/relationships/extended-properties" Target="/docProps/app.xml" Id="R9862a881ed71476a" /><Relationship Type="http://schemas.openxmlformats.org/officeDocument/2006/relationships/officeDocument" Target="/ppt/presentation.xml" Id="Rdf7ecf06360342d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b4c1b377b68a495e"/>
  </p:sldMasterIdLst>
  <p:notesMasterIdLst>
    <p:notesMasterId xmlns:r="http://schemas.openxmlformats.org/officeDocument/2006/relationships" r:id="Re2407d4274ee43cf"/>
  </p:notesMasterIdLst>
  <p:sldIdLst>
    <p:sldId xmlns:r="http://schemas.openxmlformats.org/officeDocument/2006/relationships" id="256" r:id="R6d75f3689bc44ba5"/>
    <p:sldId xmlns:r="http://schemas.openxmlformats.org/officeDocument/2006/relationships" id="257" r:id="Rc703037131c2467a"/>
    <p:sldId xmlns:r="http://schemas.openxmlformats.org/officeDocument/2006/relationships" id="258" r:id="R9bd84b593d8f4f60"/>
    <p:sldId xmlns:r="http://schemas.openxmlformats.org/officeDocument/2006/relationships" id="259" r:id="Ref9ecb1255374518"/>
    <p:sldId xmlns:r="http://schemas.openxmlformats.org/officeDocument/2006/relationships" id="260" r:id="Ra157744ef1af4edc"/>
    <p:sldId xmlns:r="http://schemas.openxmlformats.org/officeDocument/2006/relationships" id="261" r:id="Rb5eb3d04c757467c"/>
    <p:sldId xmlns:r="http://schemas.openxmlformats.org/officeDocument/2006/relationships" id="262" r:id="R31d3c277572946b8"/>
    <p:sldId xmlns:r="http://schemas.openxmlformats.org/officeDocument/2006/relationships" id="263" r:id="Rf0e0c129da5b45ba"/>
    <p:sldId xmlns:r="http://schemas.openxmlformats.org/officeDocument/2006/relationships" id="264" r:id="R1750d542c3cc4d32"/>
    <p:sldId xmlns:r="http://schemas.openxmlformats.org/officeDocument/2006/relationships" id="265" r:id="R79f7fdbae5474bdb"/>
    <p:sldId xmlns:r="http://schemas.openxmlformats.org/officeDocument/2006/relationships" id="266" r:id="Re62c28d99f8b423a"/>
    <p:sldId xmlns:r="http://schemas.openxmlformats.org/officeDocument/2006/relationships" id="267" r:id="R03700af5c2b34479"/>
    <p:sldId xmlns:r="http://schemas.openxmlformats.org/officeDocument/2006/relationships" id="268" r:id="R6b7b9eff4992411e"/>
    <p:sldId xmlns:r="http://schemas.openxmlformats.org/officeDocument/2006/relationships" id="269" r:id="Rb4f86c69efa94692"/>
    <p:sldId xmlns:r="http://schemas.openxmlformats.org/officeDocument/2006/relationships" id="270" r:id="R0bdfb35bcf7d4aca"/>
    <p:sldId xmlns:r="http://schemas.openxmlformats.org/officeDocument/2006/relationships" id="271" r:id="Rf1ff5c9183d74b0d"/>
  </p:sldIdLst>
  <p:sldSz cx="12192000" cy="6858000"/>
  <p:notesSz cx="6858000" cy="9144000"/>
  <p:embeddedFontLst>
    <p:embeddedFont>
      <p:font typeface="Poppins"/>
      <p:regular xmlns:r="http://schemas.openxmlformats.org/officeDocument/2006/relationships" r:id="R559c5046d0a74917"/>
      <p:bold xmlns:r="http://schemas.openxmlformats.org/officeDocument/2006/relationships" r:id="R463dc85fe56d4de7"/>
      <p:italic xmlns:r="http://schemas.openxmlformats.org/officeDocument/2006/relationships" r:id="Reffc96dd71be4fe5"/>
      <p:boldItalic xmlns:r="http://schemas.openxmlformats.org/officeDocument/2006/relationships" r:id="R55b334e29135470d"/>
    </p:embeddedFont>
    <p:embeddedFont>
      <p:font typeface="Inter"/>
      <p:regular xmlns:r="http://schemas.openxmlformats.org/officeDocument/2006/relationships" r:id="R6d2db4f86f464c13"/>
      <p:bold xmlns:r="http://schemas.openxmlformats.org/officeDocument/2006/relationships" r:id="R18369116b8a24429"/>
      <p:italic xmlns:r="http://schemas.openxmlformats.org/officeDocument/2006/relationships" r:id="R7610880121924e9e"/>
      <p:boldItalic xmlns:r="http://schemas.openxmlformats.org/officeDocument/2006/relationships" r:id="Raa8ce08d8b594b42"/>
    </p:embeddedFont>
    <p:embeddedFont>
      <p:font typeface="Poppins SemiBold"/>
      <p:regular xmlns:r="http://schemas.openxmlformats.org/officeDocument/2006/relationships" r:id="Rfb8aecef51014df6"/>
      <p:bold xmlns:r="http://schemas.openxmlformats.org/officeDocument/2006/relationships" r:id="R08d88656edd24249"/>
      <p:italic xmlns:r="http://schemas.openxmlformats.org/officeDocument/2006/relationships" r:id="R86c38766775c4758"/>
      <p:boldItalic xmlns:r="http://schemas.openxmlformats.org/officeDocument/2006/relationships" r:id="R8149fb2c17474cc4"/>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62ED9BA4-4FA7-4FEF-9CD9-25A31C81FDAC}">
  <a:tblStyle styleId="{62ED9BA4-4FA7-4FEF-9CD9-25A31C81FDA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1D44F60F-1B31-471E-8E92-73FA4CAC00C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d8748c980b674cad" /><Relationship Type="http://schemas.openxmlformats.org/officeDocument/2006/relationships/slideMaster" Target="/ppt/slideMasters/slideMaster1.xml" Id="Rb4c1b377b68a495e" /><Relationship Type="http://schemas.openxmlformats.org/officeDocument/2006/relationships/notesMaster" Target="/ppt/notesMasters/notesMaster1.xml" Id="Re2407d4274ee43cf" /><Relationship Type="http://schemas.openxmlformats.org/officeDocument/2006/relationships/presProps" Target="/ppt/presProps.xml" Id="Rb80ead43f73649f6" /><Relationship Type="http://schemas.openxmlformats.org/officeDocument/2006/relationships/tableStyles" Target="/ppt/tableStyles.xml" Id="R3ab033166d5c4260" /><Relationship Type="http://schemas.openxmlformats.org/officeDocument/2006/relationships/font" Target="/ppt/fonts/font.dat" Id="R559c5046d0a74917" /><Relationship Type="http://schemas.openxmlformats.org/officeDocument/2006/relationships/font" Target="/ppt/fonts/font2.dat" Id="R463dc85fe56d4de7" /><Relationship Type="http://schemas.openxmlformats.org/officeDocument/2006/relationships/font" Target="/ppt/fonts/font3.dat" Id="Reffc96dd71be4fe5" /><Relationship Type="http://schemas.openxmlformats.org/officeDocument/2006/relationships/font" Target="/ppt/fonts/font4.dat" Id="R55b334e29135470d" /><Relationship Type="http://schemas.openxmlformats.org/officeDocument/2006/relationships/font" Target="/ppt/fonts/font5.dat" Id="R6d2db4f86f464c13" /><Relationship Type="http://schemas.openxmlformats.org/officeDocument/2006/relationships/font" Target="/ppt/fonts/font6.dat" Id="R18369116b8a24429" /><Relationship Type="http://schemas.openxmlformats.org/officeDocument/2006/relationships/font" Target="/ppt/fonts/font7.dat" Id="R7610880121924e9e" /><Relationship Type="http://schemas.openxmlformats.org/officeDocument/2006/relationships/font" Target="/ppt/fonts/font8.dat" Id="Raa8ce08d8b594b42" /><Relationship Type="http://schemas.openxmlformats.org/officeDocument/2006/relationships/font" Target="/ppt/fonts/font9.dat" Id="Rfb8aecef51014df6" /><Relationship Type="http://schemas.openxmlformats.org/officeDocument/2006/relationships/font" Target="/ppt/fonts/font10.dat" Id="R08d88656edd24249" /><Relationship Type="http://schemas.openxmlformats.org/officeDocument/2006/relationships/font" Target="/ppt/fonts/font11.dat" Id="R86c38766775c4758" /><Relationship Type="http://schemas.openxmlformats.org/officeDocument/2006/relationships/font" Target="/ppt/fonts/font12.dat" Id="R8149fb2c17474cc4" /><Relationship Type="http://schemas.openxmlformats.org/officeDocument/2006/relationships/slide" Target="/ppt/slides/slide1.xml" Id="R6d75f3689bc44ba5" /><Relationship Type="http://schemas.openxmlformats.org/officeDocument/2006/relationships/slide" Target="/ppt/slides/slide2.xml" Id="Rc703037131c2467a" /><Relationship Type="http://schemas.openxmlformats.org/officeDocument/2006/relationships/slide" Target="/ppt/slides/slide3.xml" Id="R9bd84b593d8f4f60" /><Relationship Type="http://schemas.openxmlformats.org/officeDocument/2006/relationships/slide" Target="/ppt/slides/slide4.xml" Id="Ref9ecb1255374518" /><Relationship Type="http://schemas.openxmlformats.org/officeDocument/2006/relationships/slide" Target="/ppt/slides/slide5.xml" Id="Ra157744ef1af4edc" /><Relationship Type="http://schemas.openxmlformats.org/officeDocument/2006/relationships/slide" Target="/ppt/slides/slide6.xml" Id="Rb5eb3d04c757467c" /><Relationship Type="http://schemas.openxmlformats.org/officeDocument/2006/relationships/slide" Target="/ppt/slides/slide7.xml" Id="R31d3c277572946b8" /><Relationship Type="http://schemas.openxmlformats.org/officeDocument/2006/relationships/slide" Target="/ppt/slides/slide8.xml" Id="Rf0e0c129da5b45ba" /><Relationship Type="http://schemas.openxmlformats.org/officeDocument/2006/relationships/slide" Target="/ppt/slides/slide9.xml" Id="R1750d542c3cc4d32" /><Relationship Type="http://schemas.openxmlformats.org/officeDocument/2006/relationships/slide" Target="/ppt/slides/slide10.xml" Id="R79f7fdbae5474bdb" /><Relationship Type="http://schemas.openxmlformats.org/officeDocument/2006/relationships/slide" Target="/ppt/slides/slide11.xml" Id="Re62c28d99f8b423a" /><Relationship Type="http://schemas.openxmlformats.org/officeDocument/2006/relationships/slide" Target="/ppt/slides/slide12.xml" Id="R03700af5c2b34479" /><Relationship Type="http://schemas.openxmlformats.org/officeDocument/2006/relationships/slide" Target="/ppt/slides/slide13.xml" Id="R6b7b9eff4992411e" /><Relationship Type="http://schemas.openxmlformats.org/officeDocument/2006/relationships/slide" Target="/ppt/slides/slide14.xml" Id="Rb4f86c69efa94692" /><Relationship Type="http://schemas.openxmlformats.org/officeDocument/2006/relationships/slide" Target="/ppt/slides/slide15.xml" Id="R0bdfb35bcf7d4aca" /><Relationship Type="http://schemas.openxmlformats.org/officeDocument/2006/relationships/slide" Target="/ppt/slides/slide16.xml" Id="Rf1ff5c9183d74b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1a9d4700814d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38ce4b15c4a47cf" /><Relationship Type="http://schemas.openxmlformats.org/officeDocument/2006/relationships/notesMaster" Target="/ppt/notesMasters/notesMaster1.xml" Id="Rb2cb809576f94f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fc7bc5d1aa4643" /><Relationship Type="http://schemas.openxmlformats.org/officeDocument/2006/relationships/notesMaster" Target="/ppt/notesMasters/notesMaster1.xml" Id="Rd4dd337ac1db48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7acec419bec4c14" /><Relationship Type="http://schemas.openxmlformats.org/officeDocument/2006/relationships/notesMaster" Target="/ppt/notesMasters/notesMaster1.xml" Id="R7ba9a3ac6bc843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39e56ee0da4225" /><Relationship Type="http://schemas.openxmlformats.org/officeDocument/2006/relationships/notesMaster" Target="/ppt/notesMasters/notesMaster1.xml" Id="Re573639103cb46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315c01cb194ca7" /><Relationship Type="http://schemas.openxmlformats.org/officeDocument/2006/relationships/notesMaster" Target="/ppt/notesMasters/notesMaster1.xml" Id="R262773ddfdef43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119f946e094b67" /><Relationship Type="http://schemas.openxmlformats.org/officeDocument/2006/relationships/notesMaster" Target="/ppt/notesMasters/notesMaster1.xml" Id="R639a2f84712c4b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7e3cbfcfc2a4272" /><Relationship Type="http://schemas.openxmlformats.org/officeDocument/2006/relationships/notesMaster" Target="/ppt/notesMasters/notesMaster1.xml" Id="R311e2c1eb45543e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5b9a07ace747e2" /><Relationship Type="http://schemas.openxmlformats.org/officeDocument/2006/relationships/notesMaster" Target="/ppt/notesMasters/notesMaster1.xml" Id="R9d3b4a3bee1a4e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1b2525cb7f0428a" /><Relationship Type="http://schemas.openxmlformats.org/officeDocument/2006/relationships/notesMaster" Target="/ppt/notesMasters/notesMaster1.xml" Id="Rf8696b57a41546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b00429a0eb4274" /><Relationship Type="http://schemas.openxmlformats.org/officeDocument/2006/relationships/notesMaster" Target="/ppt/notesMasters/notesMaster1.xml" Id="R6b9eb76967784a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35b1bc37a0f4f0c" /><Relationship Type="http://schemas.openxmlformats.org/officeDocument/2006/relationships/notesMaster" Target="/ppt/notesMasters/notesMaster1.xml" Id="R1efd519da72542e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c8d714a7ad496a" /><Relationship Type="http://schemas.openxmlformats.org/officeDocument/2006/relationships/notesMaster" Target="/ppt/notesMasters/notesMaster1.xml" Id="Rf61c9bce0bab423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6236e9e835e47de" /><Relationship Type="http://schemas.openxmlformats.org/officeDocument/2006/relationships/notesMaster" Target="/ppt/notesMasters/notesMaster1.xml" Id="R85be746ec7fd465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747e70b5a6b48ea" /><Relationship Type="http://schemas.openxmlformats.org/officeDocument/2006/relationships/notesMaster" Target="/ppt/notesMasters/notesMaster1.xml" Id="Rd04d7c18a40d405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6c577c3d8074868" /><Relationship Type="http://schemas.openxmlformats.org/officeDocument/2006/relationships/notesMaster" Target="/ppt/notesMasters/notesMaster1.xml" Id="Re931fb45c0df44a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23ad0bc80254568" /><Relationship Type="http://schemas.openxmlformats.org/officeDocument/2006/relationships/notesMaster" Target="/ppt/notesMasters/notesMaster1.xml" Id="R79d82a21abbe46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Build basis: the supplied 43-line BOM totals INR 44,069.06, without a reserve. The team confirmed four driven wheels and two passive wheels, six DS3225 preload servos, Teensy 4.0 and Raspberry Pi Pico. The 30 kg mass and 6 mm screw travel are design targets. The CAD images remain reference geometry. The team proposal and CY06 drawings establish the inspection-rover concept.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Build basis: the supplied 43-line BOM totals INR 44,069.06, without a reserve. The team confirmed four driven wheels and two passive wheels, six DS3225 preload servos, Teensy 4.0 and Raspberry Pi Pico. The 30 kg mass and 6 mm screw travel are design targets. The CAD images remain reference geometry. The problem is vibration reaching inspection cameras and electronics over uneven ground. The image and its AI-edited label are retained from the team-edited source deck.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Build basis: the supplied 43-line BOM totals INR 44,069.06, without a reserve. The team confirmed four driven wheels and two passive wheels, six DS3225 preload servos, Teensy 4.0 and Raspberry Pi Pico. The 30 kg mass and 6 mm screw travel are design targets. The CAD images remain reference geometry. The travel-time illustration uses 10 m / 0.10 m/s = 100 s and 10 m / 0.05 m/s = 200 s. It excludes acceleration and adjustment stops. The 20% RMS reduction is an initial test goal, not an achieved result.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Build basis: the supplied 43-line BOM totals INR 44,069.06, without a reserve. The team confirmed four driven wheels and two passive wheels, six DS3225 preload servos, Teensy 4.0 and Raspberry Pi Pico. The 30 kg mass and 6 mm screw travel are design targets. The CAD images remain reference geometry. Proposed controller roles: Teensy handles vibration logging and preload commands; Pico controls the four DC drives. Three ADXL345 sensors measure vibration and MPU6050 provides attitude. One OE-28 is listed, so four independent measured wheel speeds are not claimed. ESP32-CAM is the camera. Sources: https://www.pjrc.com/store/teensy40.html https://datasheets.raspberrypi.com/pico/pico-datasheet.pdf https://www.nxp.com/docs/en/data-sheet/PCA9685.pdf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Build basis: the supplied 43-line BOM totals INR 44,069.06, without a reserve. The team confirmed four driven wheels and two passive wheels, six DS3225 preload servos, Teensy 4.0 and Raspberry Pi Pico. The 30 kg mass and 6 mm screw travel are design targets. The CAD images remain reference geometry. Motion calculations assume 1:1 drive transmission: circumference = pi × 0.083 = 0.260752 m; speed at nominal 300 rpm = 1.303761 m/s. Targets of 0.05 and 0.10 m/s require 11.505 and 23.010 wheel rpm. These are arithmetic values, not measured loaded speeds. The supplier catalogue lists 34.2 Ncm = 0.342 Nm motor torque; four equal drives give an ideal 32.964 N of traction before losses. No terrain or slope capability is claimed. Each linked 3S 2500 mAh, 3C pack has 11.1 × 2.5 = 27.75 Wh nominal energy and a 7.5 A continuous rating. Two purchased packs total 55.5 Wh of inventory. An initial proposal uses one active pack and one disconnected spare; no combined pack arrangement or runtime is approved. Retained screw travel: 6 / 0.5 = 12 revolutions. Confirm actual servo output rotation, transmission and adjustment time. Sources: https://robu.in/product/grade-a-quality-orange-12v-300-rpm-johnson-geared-dc-motor/ https://robu.in/product-category/johnson-motor/ https://robu.in/product/orange-11-1v-2500mah-3c-3s-tx-lithium-polymer-battery-pack-with-jst-bec-connector/ https://www.dsservo.com/d_file/DS3225%20datasheet.pdf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Build basis: the supplied 43-line BOM totals INR 44,069.06, without a reserve. The team confirmed four driven wheels and two passive wheels, six DS3225 preload servos, Teensy 4.0 and Raspberry Pi Pico. The 30 kg mass and 6 mm screw travel are design targets. The CAD images remain reference geometry. The bearing-guided tensegrity-inspired joint uses compression struts and pretensioned cable/elastic paths. Terrain-induced carrier rotation deforms the elastic paths; wheel spin is a separate degree of freedom. Six servos are planned for preload adjustment while stopped. The CAD image still shows a gearmotor/screw concept, with projected part locations used for the labels. The motor and selected thrust-bearing interfaces require adaptation. The lead screw is inside the opaque assembly. Exploded positions identify parts rather than operating poses. Stiffness, damping and loaded travel remain to be measured. Research sources: https://doi.org/10.5194/ms-4-139-2013 and https://doi.org/10.1002/aisy.202200025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Build basis: the supplied 43-line BOM totals INR 44,069.06, without a reserve. The team confirmed four driven wheels and two passive wheels, six DS3225 preload servos, Teensy 4.0 and Raspberry Pi Pico. The 30 kg mass and 6 mm screw travel are design targets. The CAD images remain reference geometry. Hand calculations use g = 9.81 m/s². Weight = 294.30 N. Equal six-contact and three-contact loads are 49.05 N and 98.10 N. A provisional factor of three on the latter gives 294.30 N per wheel. A 65 mm perpendicular arm gives 19.1295 Nm. A solid 12 mm shaft gives 112.763 MPa nominal bending stress, excluding holes, stress concentrations, fatigue and buckling. These screens are not FEA or a certified capacity. At an assumed aluminium density of 2700 kg/m³, the three sheet/plate blanks weigh 1.944 + 3.888 + 1.296 = 7.128 kg. The 40 mm diameter × 300 mm bar weighs 1.018 kg, bringing raw aluminium to 8.146 kg. These are stock allowances, not finished rover mass. The BOM has 24 radial bearings of 12 × 28 × 8 mm. Its six 51100 thrust bearings are 10 × 24 × 9 mm and need revised seats, journals and covers. Source: https://eshop.ntn-snr.com/en/product/51100-SNR/51100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Build basis: the supplied 43-line BOM totals INR 44,069.06, without a reserve. The team confirmed four driven wheels and two passive wheels, six DS3225 preload servos, Teensy 4.0 and Raspberry Pi Pico. The 30 kg mass and 6 mm screw travel are design targets. The CAD images remain reference geometry. Proposed wiring, not a released EDA schematic. Pico GP2/3, GP4/5, GP6/7 and GP8/9 provide the four RPWM/LPWM pairs. One conditioned OE-28 encoder uses GP10/11. Cross the UART link: Pico GP0 TX to Teensy pin 0 RX1; Teensy pin 1 TX1 to Pico GP1 RX. Teensy SPI uses SCK13, MOSI11 and MISO12; ADXL chip selects are 2/3/4 and microSD CS5. I²C uses SDA18/SCL19. Six PCA9685 boards use addresses 0x40 and 0x42–0x46, one CH0 at 50 Hz per servo. INA219 uses 0x41, MCP23017 uses 0x20/0x21 and MPU6050 uses 0x68. The PCA address gap avoids an INA219 conflict. Two analog mux banks feed A0/A1 with eight BTS diagnostic signals and six Hall signals; a qualified battery divider can use A2. MCP 0x20 allocates GPA0 to common arm and GPA1–7/GPB0–4 to twelve NC limits. MCP 0x21 allocates GPA0–5 to six lock inputs and GPB0–3 to shared mux selection. Pins 6/7 control the driver-buffer and PCA output disables. All MCU, I²C and ADC signals must remain within 3.3 V limits. Output buffers do not protect return inputs. Six simultaneous servo stalls at the standard datasheet value of 1.9 A at 5 V total 11.4 A, exceeding the listed 5 A converter. Confirm the actual servo variant and qualify supply capacity and cooling. Do not power servos directly from 3S LiPo or charge LiPo with the listed VRLA charger. The INA219 module does not establish a 50 A current path; confirm the shunt, range and wiring. Only one encoder and one ring magnet are listed, so feedback coverage remains incomplete. Sources: https://www.pjrc.com/store/teensy40.html https://datasheets.raspberrypi.com/pico/pico-datasheet.pdf https://www.nxp.com/docs/en/data-sheet/PCA9685.pdf https://www.ti.com/lit/ds/symlink/ina219.pdf https://www.dsservo.com/d_file/DS3225%20datasheet.pdf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Build basis: the supplied 43-line BOM totals INR 44,069.06, without a reserve. The team confirmed four driven wheels and two passive wheels, six DS3225 preload servos, Teensy 4.0 and Raspberry Pi Pico. The 30 kg mass and 6 mm screw travel are design targets. The CAD images remain reference geometry. All 43 quantities, unit prices and line totals are retained from the supplied deck. Items 1–31 total INR 27,868.70 and items 32–43 total INR 16,200.36, summing to INR 44,069.06. No shipping, reserve or additional workshop charge is inserted. The servo description is shortened without changing its quantity, price or supplier link. The linked listing names an 180-degree version; the team expects greater rotation, so the delivered variant must be confirmed. Compatible charging, servo power, current measurement and mechanical interfaces remain build-release items. Procurement source: https://docs.google.com/spreadsheets/d/1MgeOaRzbr-E_Y6dmaOskiG0FE6D-4ZNo4FLduEJ5raw/edit?gid=2130847794#gid=2130847794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Build basis: the supplied 43-line BOM totals INR 44,069.06, without a reserve. The team confirmed four driven wheels and two passive wheels, six DS3225 preload servos, Teensy 4.0 and Raspberry Pi Pico. The 30 kg mass and 6 mm screw travel are design targets. The CAD images remain reference geometry. The team-edited whiteboard photographs and their layout are preserved. They document design discussion about vibration, resonance, speed and stiffness. The first controller is proposed as rule based. NN/RL remain explored options, not implemented results.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Build basis: the supplied 43-line BOM totals INR 44,069.06, without a reserve. The team confirmed four driven wheels and two passive wheels, six DS3225 preload servos, Teensy 4.0 and Raspberry Pi Pico. The 30 kg mass and 6 mm screw travel are design targets. The CAD images remain reference geometry. The team-edited software screenshots and CAD-review photographs are preserved. They show the original sketch, floating-frame feature tree and complete-rover reference model. The floating-frame native source contains 53 features including seven sketches. These images do not establish physical fabrication, FEA or validated BOM compatibility. The native CAD and STEP files are unchanged.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Build basis: the supplied 43-line BOM totals INR 44,069.06, without a reserve. The team confirmed four driven wheels and two passive wheels, six DS3225 preload servos, Teensy 4.0 and Raspberry Pi Pico. The 30 kg mass and 6 mm screw travel are design targets. The CAD images remain reference geometry. The FMEA describes proposed controls, not completed certification. Four drive branches and six servo loads replace the earlier twelve-DC-motor configuration. Qualify fuses, isolation, E-stop power removal, manual reset, servo holding behaviour and mechanical locks. PCA output disable is not a power disconnect or holding brake. ISO 12100, ISO 13850 and IEC 60529 are design references; no ingress, mine or safety certification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Build basis: the supplied 43-line BOM totals INR 44,069.06, without a reserve. The team confirmed four driven wheels and two passive wheels, six DS3225 preload servos, Teensy 4.0 and Raspberry Pi Pico. The 30 kg mass and 6 mm screw travel are design targets. The CAD images remain reference geometry. The roadmap is a future four-month plan. Qualify one joint, the 6 mm stroke target, servo output, bearing interfaces and safe power before replication. Then assemble four driven and two passive wheels, calibrate sensors, qualify feedback and compare fixed/adaptive operation on a controlled track. Stage 3 readiness is a target.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Build basis: the supplied 43-line BOM totals INR 44,069.06, without a reserve. The team confirmed four driven wheels and two passive wheels, six DS3225 preload servos, Teensy 4.0 and Raspberry Pi Pico. The 30 kg mass and 6 mm screw travel are design targets. The CAD images remain reference geometry. Release risks include loaded strength, servo output range and holding capacity, thrust-bearing fit, low-speed drive control, limited feedback and safe power. The standard servo-current comparison is 6 × 1.9 A = 11.4 A at 5 V stall against the listed 5 A converter. Sequential commands do not establish adequate holding-current capacity. Motor torque and current ratings do not establish a tested 30 kg rover rating. Sources: https://robu.in/product-category/johnson-motor/ https://www.dsservo.com/d_file/DS3225%20datasheet.pdf https://robu.in/product/orange-11-1v-2500mah-3c-3s-tx-lithium-polymer-battery-pack-with-jst-bec-connector/ https://eshop.ntn-snr.com/en/product/51100-SNR/51100</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Build basis: the supplied 43-line BOM totals INR 44,069.06, without a reserve. The team confirmed four driven wheels and two passive wheels, six DS3225 preload servos, Teensy 4.0 and Raspberry Pi Pico. The 30 kg mass and 6 mm screw travel are design targets. The CAD images remain reference geometry. The mitigation table defines proposed release gates. Any required changes to charging, regulation, transmission or feedback must be selected and costed before fabrication. The supplied BOM is not silently increased. Reduced speed or firmware disable is not a substitute for compatible power or structural holding locks.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SzPts val="1200"/>
              <a:buNone/>
            </a:pPr>
            <a:r>
              <a:rPr sz="1200"/>
              <a:t>Build basis: the supplied 43-line BOM totals INR 44,069.06, without a reserve. The team confirmed four driven wheels and two passive wheels, six DS3225 preload servos, Teensy 4.0 and Raspberry Pi Pico. The 30 kg mass and 6 mm screw travel are design targets. The CAD images remain reference geometry. Research references are retained: Anubi et al. (2013), https://doi.org/10.5194/ms-4-139-2013; Zappetti et al. (2022), https://doi.org/10.1002/aisy.202200025; Lessard et al. (2015), https://arxiv.org/html/1510.07595v1; and the ScienceDirect Topics overview, https://www.sciencedirect.com/topics/engineering/tensegrity. Technical sources: https://docs.google.com/spreadsheets/d/1MgeOaRzbr-E_Y6dmaOskiG0FE6D-4ZNo4FLduEJ5raw/edit?gid=2130847794#gid=2130847794 https://robu.in/product/grade-a-quality-orange-12v-300-rpm-johnson-geared-dc-motor/ https://robu.in/product-category/johnson-motor/ https://robu.in/product/orange-11-1v-2500mah-3c-3s-tx-lithium-polymer-battery-pack-with-jst-bec-connector/ https://www.dsservo.com/d_file/DS3225%20datasheet.pdf https://www.pjrc.com/store/teensy40.html https://datasheets.raspberrypi.com/pico/pico-datasheet.pdf https://www.nxp.com/docs/en/data-sheet/PCA9685.pdf https://www.ti.com/lit/ds/symlink/ina219.pdf https://eshop.ntn-snr.com/en/product/51100-SNR/51100 The final visible disclosure follows the team request: AI assistance was used to prepare this presentation and generate some images without backgrounds. The team-labelled AI-edited images are retained. No physical test, FEA or modelling-history evidence is invented.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3b2aff3563467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b4027873a4248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63fc3f542da470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7ae946ca8c846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cecf7bc4a10464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b7114d746ed4bc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ac656a949084f6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5a61d591342481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0018d250bed44d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cf0f677e174424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0291a2acb07490a"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6" name="Google Shape;16;p2">
            <a:extLst xmlns:a="http://schemas.openxmlformats.org/drawingml/2006/main">
              <a:ext uri="{FF2B5EF4-FFF2-40B4-BE49-F238E27FC236}">
                <a16:creationId xmlns:a16="http://schemas.microsoft.com/office/drawing/2014/main" id="{7CE005A6-906E-4BB2-9463-136BD637D9DC}"/>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17" name="Google Shape;17;p2">
            <a:extLst xmlns:a="http://schemas.openxmlformats.org/drawingml/2006/main">
              <a:ext uri="{FF2B5EF4-FFF2-40B4-BE49-F238E27FC236}">
                <a16:creationId xmlns:a16="http://schemas.microsoft.com/office/drawing/2014/main" id="{67BB955E-F480-4460-ABC6-CF4EE4E0130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18" name="Google Shape;18;p2">
            <a:extLst xmlns:a="http://schemas.openxmlformats.org/drawingml/2006/main">
              <a:ext uri="{FF2B5EF4-FFF2-40B4-BE49-F238E27FC236}">
                <a16:creationId xmlns:a16="http://schemas.microsoft.com/office/drawing/2014/main" id="{FD38DA3D-05B6-4022-9A54-101AC56AEF32}"/>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a:lvl1pPr>
            <a:lvl2pPr marL="0" marR="0" indent="0" algn="r">
              <a:lnSpc>
                <a:spcPct val="100000"/>
              </a:lnSpc>
              <a:spcBef>
                <a:spcPts val="0"/>
              </a:spcBef>
              <a:spcAft>
                <a:spcPts val="0"/>
              </a:spcAft>
              <a:buClr>
                <a:srgbClr val="000000"/>
              </a:buClr>
              <a:buSzPts val="1200"/>
              <a:buFont typeface="Arial"/>
              <a:buNone/>
              <a:defRPr/>
            </a:lvl2pPr>
            <a:lvl3pPr marL="0" marR="0" indent="0" algn="r">
              <a:lnSpc>
                <a:spcPct val="100000"/>
              </a:lnSpc>
              <a:spcBef>
                <a:spcPts val="0"/>
              </a:spcBef>
              <a:spcAft>
                <a:spcPts val="0"/>
              </a:spcAft>
              <a:buClr>
                <a:srgbClr val="000000"/>
              </a:buClr>
              <a:buSzPts val="1200"/>
              <a:buFont typeface="Arial"/>
              <a:buNone/>
              <a:defRPr/>
            </a:lvl3pPr>
            <a:lvl4pPr marL="0" marR="0" indent="0" algn="r">
              <a:lnSpc>
                <a:spcPct val="100000"/>
              </a:lnSpc>
              <a:spcBef>
                <a:spcPts val="0"/>
              </a:spcBef>
              <a:spcAft>
                <a:spcPts val="0"/>
              </a:spcAft>
              <a:buClr>
                <a:srgbClr val="000000"/>
              </a:buClr>
              <a:buSzPts val="1200"/>
              <a:buFont typeface="Arial"/>
              <a:buNone/>
              <a:defRPr/>
            </a:lvl4pPr>
            <a:lvl5pPr marL="0" marR="0" indent="0" algn="r">
              <a:lnSpc>
                <a:spcPct val="100000"/>
              </a:lnSpc>
              <a:spcBef>
                <a:spcPts val="0"/>
              </a:spcBef>
              <a:spcAft>
                <a:spcPts val="0"/>
              </a:spcAft>
              <a:buClr>
                <a:srgbClr val="000000"/>
              </a:buClr>
              <a:buSzPts val="1200"/>
              <a:buFont typeface="Arial"/>
              <a:buNone/>
              <a:defRPr/>
            </a:lvl5pPr>
            <a:lvl6pPr marL="0" marR="0" indent="0" algn="r">
              <a:lnSpc>
                <a:spcPct val="100000"/>
              </a:lnSpc>
              <a:spcBef>
                <a:spcPts val="0"/>
              </a:spcBef>
              <a:spcAft>
                <a:spcPts val="0"/>
              </a:spcAft>
              <a:buClr>
                <a:srgbClr val="000000"/>
              </a:buClr>
              <a:buSzPts val="1200"/>
              <a:buFont typeface="Arial"/>
              <a:buNone/>
              <a:defRPr/>
            </a:lvl6pPr>
            <a:lvl7pPr marL="0" marR="0" indent="0" algn="r">
              <a:lnSpc>
                <a:spcPct val="100000"/>
              </a:lnSpc>
              <a:spcBef>
                <a:spcPts val="0"/>
              </a:spcBef>
              <a:spcAft>
                <a:spcPts val="0"/>
              </a:spcAft>
              <a:buClr>
                <a:srgbClr val="000000"/>
              </a:buClr>
              <a:buSzPts val="1200"/>
              <a:buFont typeface="Arial"/>
              <a:buNone/>
              <a:defRPr/>
            </a:lvl7pPr>
            <a:lvl8pPr marL="0" marR="0" indent="0" algn="r">
              <a:lnSpc>
                <a:spcPct val="100000"/>
              </a:lnSpc>
              <a:spcBef>
                <a:spcPts val="0"/>
              </a:spcBef>
              <a:spcAft>
                <a:spcPts val="0"/>
              </a:spcAft>
              <a:buClr>
                <a:srgbClr val="000000"/>
              </a:buClr>
              <a:buSzPts val="1200"/>
              <a:buFont typeface="Arial"/>
              <a:buNone/>
              <a:defRPr/>
            </a:lvl8pPr>
            <a:lvl9pPr marL="0" marR="0" indent="0" algn="r">
              <a:lnSpc>
                <a:spcPct val="100000"/>
              </a:lnSpc>
              <a:spcBef>
                <a:spcPts val="0"/>
              </a:spcBef>
              <a:spcAft>
                <a:spcPts val="0"/>
              </a:spcAft>
              <a:buClr>
                <a:srgbClr val="000000"/>
              </a:buClr>
              <a:buSzPts val="1200"/>
              <a:buFont typeface="Arial"/>
              <a:buNone/>
              <a:defRPr/>
            </a:lvl9pPr>
          </a:lstStyle>
          <a:p xmlns:a="http://schemas.openxmlformats.org/drawingml/2006/main">
            <a:pPr marL="0" lvl="0" indent="0" algn="r">
              <a:spcBef>
                <a:spcPts val="0"/>
              </a:spcBef>
              <a:spcAft>
                <a:spcPts val="0"/>
              </a:spcAft>
              <a:buNone/>
            </a:pPr>
            <a:fld id="{00000000-1234-1234-1234-123412341234}" type="slidenum">
              <a:t>‹#›</a:t>
            </a:fld>
            <a:endParaRPr sz="1200" b="0" i="0" u="none" strike="noStrike" cap="none">
              <a:solidFill>
                <a:srgbClr val="888888"/>
              </a:solidFill>
              <a:latin typeface="Calibri"/>
              <a:ea typeface="Calibri"/>
              <a:cs typeface="Calibri"/>
            </a:endParaRPr>
          </a:p>
        </p:txBody>
      </p:sp>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20" name="Google Shape;20;p3">
            <a:extLst xmlns:a="http://schemas.openxmlformats.org/drawingml/2006/main">
              <a:ext uri="{FF2B5EF4-FFF2-40B4-BE49-F238E27FC236}">
                <a16:creationId xmlns:a16="http://schemas.microsoft.com/office/drawing/2014/main" id="{1880217C-FBB7-470A-B3D3-7568B986AF87}"/>
              </a:ext>
            </a:extLst>
          </p:cNvPr>
          <p:cNvSpPr>
            <a:spLocks xmlns:a="http://schemas.openxmlformats.org/drawingml/2006/main" noGrp="1"/>
          </p:cNvSpPr>
          <p:nvPr>
            <p:ph type="ctrTitle" idx="0"/>
          </p:nvPr>
        </p:nvSpPr>
        <p:spPr>
          <a:xfrm xmlns:a="http://schemas.openxmlformats.org/drawingml/2006/main">
            <a:off x="685800" y="2130425"/>
            <a:ext cx="7772400" cy="14700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21" name="Google Shape;21;p3">
            <a:extLst xmlns:a="http://schemas.openxmlformats.org/drawingml/2006/main">
              <a:ext uri="{FF2B5EF4-FFF2-40B4-BE49-F238E27FC236}">
                <a16:creationId xmlns:a16="http://schemas.microsoft.com/office/drawing/2014/main" id="{B8C77732-F7C7-4014-8285-EEA52FCE227C}"/>
              </a:ext>
            </a:extLst>
          </p:cNvPr>
          <p:cNvSpPr>
            <a:spLocks xmlns:a="http://schemas.openxmlformats.org/drawingml/2006/main" noGrp="1"/>
          </p:cNvSpPr>
          <p:nvPr>
            <p:ph type="subTitle" idx="1"/>
          </p:nvPr>
        </p:nvSpPr>
        <p:spPr>
          <a:xfrm xmlns:a="http://schemas.openxmlformats.org/drawingml/2006/main">
            <a:off x="1371600" y="3886200"/>
            <a:ext cx="64008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100000"/>
              </a:lnSpc>
              <a:spcBef>
                <a:spcPts val="640"/>
              </a:spcBef>
              <a:spcAft>
                <a:spcPts val="0"/>
              </a:spcAft>
              <a:buClr>
                <a:srgbClr val="888888"/>
              </a:buClr>
              <a:buSzPts val="3200"/>
              <a:buNone/>
              <a:defRPr>
                <a:solidFill>
                  <a:srgbClr val="888888"/>
                </a:solidFill>
              </a:defRPr>
            </a:lvl1pPr>
            <a:lvl2pPr algn="ctr">
              <a:lnSpc>
                <a:spcPct val="100000"/>
              </a:lnSpc>
              <a:spcBef>
                <a:spcPts val="560"/>
              </a:spcBef>
              <a:spcAft>
                <a:spcPts val="0"/>
              </a:spcAft>
              <a:buClr>
                <a:srgbClr val="888888"/>
              </a:buClr>
              <a:buSzPts val="2800"/>
              <a:buNone/>
              <a:defRPr>
                <a:solidFill>
                  <a:srgbClr val="888888"/>
                </a:solidFill>
              </a:defRPr>
            </a:lvl2pPr>
            <a:lvl3pPr algn="ctr">
              <a:lnSpc>
                <a:spcPct val="100000"/>
              </a:lnSpc>
              <a:spcBef>
                <a:spcPts val="480"/>
              </a:spcBef>
              <a:spcAft>
                <a:spcPts val="0"/>
              </a:spcAft>
              <a:buClr>
                <a:srgbClr val="888888"/>
              </a:buClr>
              <a:buSzPts val="2400"/>
              <a:buNone/>
              <a:defRPr>
                <a:solidFill>
                  <a:srgbClr val="888888"/>
                </a:solidFill>
              </a:defRPr>
            </a:lvl3pPr>
            <a:lvl4pPr algn="ctr">
              <a:lnSpc>
                <a:spcPct val="100000"/>
              </a:lnSpc>
              <a:spcBef>
                <a:spcPts val="400"/>
              </a:spcBef>
              <a:spcAft>
                <a:spcPts val="0"/>
              </a:spcAft>
              <a:buClr>
                <a:srgbClr val="888888"/>
              </a:buClr>
              <a:buSzPts val="2000"/>
              <a:buNone/>
              <a:defRPr>
                <a:solidFill>
                  <a:srgbClr val="888888"/>
                </a:solidFill>
              </a:defRPr>
            </a:lvl4pPr>
            <a:lvl5pPr algn="ctr">
              <a:lnSpc>
                <a:spcPct val="100000"/>
              </a:lnSpc>
              <a:spcBef>
                <a:spcPts val="400"/>
              </a:spcBef>
              <a:spcAft>
                <a:spcPts val="0"/>
              </a:spcAft>
              <a:buClr>
                <a:srgbClr val="888888"/>
              </a:buClr>
              <a:buSzPts val="2000"/>
              <a:buNone/>
              <a:defRPr>
                <a:solidFill>
                  <a:srgbClr val="888888"/>
                </a:solidFill>
              </a:defRPr>
            </a:lvl5pPr>
            <a:lvl6pPr algn="ctr">
              <a:lnSpc>
                <a:spcPct val="100000"/>
              </a:lnSpc>
              <a:spcBef>
                <a:spcPts val="400"/>
              </a:spcBef>
              <a:spcAft>
                <a:spcPts val="0"/>
              </a:spcAft>
              <a:buClr>
                <a:srgbClr val="888888"/>
              </a:buClr>
              <a:buSzPts val="2000"/>
              <a:buNone/>
              <a:defRPr>
                <a:solidFill>
                  <a:srgbClr val="888888"/>
                </a:solidFill>
              </a:defRPr>
            </a:lvl6pPr>
            <a:lvl7pPr algn="ctr">
              <a:lnSpc>
                <a:spcPct val="100000"/>
              </a:lnSpc>
              <a:spcBef>
                <a:spcPts val="400"/>
              </a:spcBef>
              <a:spcAft>
                <a:spcPts val="0"/>
              </a:spcAft>
              <a:buClr>
                <a:srgbClr val="888888"/>
              </a:buClr>
              <a:buSzPts val="2000"/>
              <a:buNone/>
              <a:defRPr>
                <a:solidFill>
                  <a:srgbClr val="888888"/>
                </a:solidFill>
              </a:defRPr>
            </a:lvl7pPr>
            <a:lvl8pPr algn="ctr">
              <a:lnSpc>
                <a:spcPct val="100000"/>
              </a:lnSpc>
              <a:spcBef>
                <a:spcPts val="400"/>
              </a:spcBef>
              <a:spcAft>
                <a:spcPts val="0"/>
              </a:spcAft>
              <a:buClr>
                <a:srgbClr val="888888"/>
              </a:buClr>
              <a:buSzPts val="2000"/>
              <a:buNone/>
              <a:defRPr>
                <a:solidFill>
                  <a:srgbClr val="888888"/>
                </a:solidFill>
              </a:defRPr>
            </a:lvl8pPr>
            <a:lvl9pPr algn="ctr">
              <a:lnSpc>
                <a:spcPct val="100000"/>
              </a:lnSpc>
              <a:spcBef>
                <a:spcPts val="400"/>
              </a:spcBef>
              <a:spcAft>
                <a:spcPts val="0"/>
              </a:spcAft>
              <a:buClr>
                <a:srgbClr val="888888"/>
              </a:buClr>
              <a:buSzPts val="2000"/>
              <a:buNone/>
              <a:defRPr>
                <a:solidFill>
                  <a:srgbClr val="888888"/>
                </a:solidFill>
              </a:defRPr>
            </a:lvl9pPr>
          </a:lstStyle>
          <a:p xmlns:a="http://schemas.openxmlformats.org/drawingml/2006/main"/>
        </p:txBody>
      </p:sp>
      <p:sp>
        <p:nvSpPr>
          <p:cNvPr id="22" name="Google Shape;22;p3">
            <a:extLst xmlns:a="http://schemas.openxmlformats.org/drawingml/2006/main">
              <a:ext uri="{FF2B5EF4-FFF2-40B4-BE49-F238E27FC236}">
                <a16:creationId xmlns:a16="http://schemas.microsoft.com/office/drawing/2014/main" id="{7EC8833C-7B45-4672-BF02-5D6588C446C8}"/>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23" name="Google Shape;23;p3">
            <a:extLst xmlns:a="http://schemas.openxmlformats.org/drawingml/2006/main">
              <a:ext uri="{FF2B5EF4-FFF2-40B4-BE49-F238E27FC236}">
                <a16:creationId xmlns:a16="http://schemas.microsoft.com/office/drawing/2014/main" id="{F43F773C-F0B2-4D07-9C15-74EA0DDB0B10}"/>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24" name="Google Shape;24;p3">
            <a:extLst xmlns:a="http://schemas.openxmlformats.org/drawingml/2006/main">
              <a:ext uri="{FF2B5EF4-FFF2-40B4-BE49-F238E27FC236}">
                <a16:creationId xmlns:a16="http://schemas.microsoft.com/office/drawing/2014/main" id="{95D782A7-4079-4F46-B129-6A2D26476C7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a:lvl1pPr>
            <a:lvl2pPr marL="0" marR="0" indent="0" algn="r">
              <a:lnSpc>
                <a:spcPct val="100000"/>
              </a:lnSpc>
              <a:spcBef>
                <a:spcPts val="0"/>
              </a:spcBef>
              <a:spcAft>
                <a:spcPts val="0"/>
              </a:spcAft>
              <a:buClr>
                <a:srgbClr val="000000"/>
              </a:buClr>
              <a:buSzPts val="1200"/>
              <a:buFont typeface="Arial"/>
              <a:buNone/>
              <a:defRPr/>
            </a:lvl2pPr>
            <a:lvl3pPr marL="0" marR="0" indent="0" algn="r">
              <a:lnSpc>
                <a:spcPct val="100000"/>
              </a:lnSpc>
              <a:spcBef>
                <a:spcPts val="0"/>
              </a:spcBef>
              <a:spcAft>
                <a:spcPts val="0"/>
              </a:spcAft>
              <a:buClr>
                <a:srgbClr val="000000"/>
              </a:buClr>
              <a:buSzPts val="1200"/>
              <a:buFont typeface="Arial"/>
              <a:buNone/>
              <a:defRPr/>
            </a:lvl3pPr>
            <a:lvl4pPr marL="0" marR="0" indent="0" algn="r">
              <a:lnSpc>
                <a:spcPct val="100000"/>
              </a:lnSpc>
              <a:spcBef>
                <a:spcPts val="0"/>
              </a:spcBef>
              <a:spcAft>
                <a:spcPts val="0"/>
              </a:spcAft>
              <a:buClr>
                <a:srgbClr val="000000"/>
              </a:buClr>
              <a:buSzPts val="1200"/>
              <a:buFont typeface="Arial"/>
              <a:buNone/>
              <a:defRPr/>
            </a:lvl4pPr>
            <a:lvl5pPr marL="0" marR="0" indent="0" algn="r">
              <a:lnSpc>
                <a:spcPct val="100000"/>
              </a:lnSpc>
              <a:spcBef>
                <a:spcPts val="0"/>
              </a:spcBef>
              <a:spcAft>
                <a:spcPts val="0"/>
              </a:spcAft>
              <a:buClr>
                <a:srgbClr val="000000"/>
              </a:buClr>
              <a:buSzPts val="1200"/>
              <a:buFont typeface="Arial"/>
              <a:buNone/>
              <a:defRPr/>
            </a:lvl5pPr>
            <a:lvl6pPr marL="0" marR="0" indent="0" algn="r">
              <a:lnSpc>
                <a:spcPct val="100000"/>
              </a:lnSpc>
              <a:spcBef>
                <a:spcPts val="0"/>
              </a:spcBef>
              <a:spcAft>
                <a:spcPts val="0"/>
              </a:spcAft>
              <a:buClr>
                <a:srgbClr val="000000"/>
              </a:buClr>
              <a:buSzPts val="1200"/>
              <a:buFont typeface="Arial"/>
              <a:buNone/>
              <a:defRPr/>
            </a:lvl6pPr>
            <a:lvl7pPr marL="0" marR="0" indent="0" algn="r">
              <a:lnSpc>
                <a:spcPct val="100000"/>
              </a:lnSpc>
              <a:spcBef>
                <a:spcPts val="0"/>
              </a:spcBef>
              <a:spcAft>
                <a:spcPts val="0"/>
              </a:spcAft>
              <a:buClr>
                <a:srgbClr val="000000"/>
              </a:buClr>
              <a:buSzPts val="1200"/>
              <a:buFont typeface="Arial"/>
              <a:buNone/>
              <a:defRPr/>
            </a:lvl7pPr>
            <a:lvl8pPr marL="0" marR="0" indent="0" algn="r">
              <a:lnSpc>
                <a:spcPct val="100000"/>
              </a:lnSpc>
              <a:spcBef>
                <a:spcPts val="0"/>
              </a:spcBef>
              <a:spcAft>
                <a:spcPts val="0"/>
              </a:spcAft>
              <a:buClr>
                <a:srgbClr val="000000"/>
              </a:buClr>
              <a:buSzPts val="1200"/>
              <a:buFont typeface="Arial"/>
              <a:buNone/>
              <a:defRPr/>
            </a:lvl8pPr>
            <a:lvl9pPr marL="0" marR="0" indent="0" algn="r">
              <a:lnSpc>
                <a:spcPct val="100000"/>
              </a:lnSpc>
              <a:spcBef>
                <a:spcPts val="0"/>
              </a:spcBef>
              <a:spcAft>
                <a:spcPts val="0"/>
              </a:spcAft>
              <a:buClr>
                <a:srgbClr val="000000"/>
              </a:buClr>
              <a:buSzPts val="1200"/>
              <a:buFont typeface="Arial"/>
              <a:buNone/>
              <a:defRPr/>
            </a:lvl9pPr>
          </a:lstStyle>
          <a:p xmlns:a="http://schemas.openxmlformats.org/drawingml/2006/main">
            <a:pPr marL="0" lvl="0" indent="0" algn="r">
              <a:spcBef>
                <a:spcPts val="0"/>
              </a:spcBef>
              <a:spcAft>
                <a:spcPts val="0"/>
              </a:spcAft>
              <a:buNone/>
            </a:pPr>
            <a:fld id="{00000000-1234-1234-1234-123412341234}" type="slidenum">
              <a:t>‹#›</a:t>
            </a:fld>
            <a:endParaRPr sz="1200" b="0" i="0" u="none" strike="noStrike" cap="none">
              <a:solidFill>
                <a:srgbClr val="888888"/>
              </a:solidFill>
              <a:latin typeface="Calibri"/>
              <a:ea typeface="Calibri"/>
              <a:cs typeface="Calibri"/>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6" name="Google Shape;26;p4">
            <a:extLst xmlns:a="http://schemas.openxmlformats.org/drawingml/2006/main">
              <a:ext uri="{FF2B5EF4-FFF2-40B4-BE49-F238E27FC236}">
                <a16:creationId xmlns:a16="http://schemas.microsoft.com/office/drawing/2014/main" id="{DB77F281-BFEF-4451-B712-B3253BE52388}"/>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27" name="Google Shape;27;p4">
            <a:extLst xmlns:a="http://schemas.openxmlformats.org/drawingml/2006/main">
              <a:ext uri="{FF2B5EF4-FFF2-40B4-BE49-F238E27FC236}">
                <a16:creationId xmlns:a16="http://schemas.microsoft.com/office/drawing/2014/main" id="{55FBCE5C-AB16-4D4F-9D0C-B5A5E9DFFBC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p:txBody>
      </p:sp>
      <p:sp>
        <p:nvSpPr>
          <p:cNvPr id="28" name="Google Shape;28;p4">
            <a:extLst xmlns:a="http://schemas.openxmlformats.org/drawingml/2006/main">
              <a:ext uri="{FF2B5EF4-FFF2-40B4-BE49-F238E27FC236}">
                <a16:creationId xmlns:a16="http://schemas.microsoft.com/office/drawing/2014/main" id="{0446EF69-1752-4F40-BAF5-D1B525A7293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29" name="Google Shape;29;p4">
            <a:extLst xmlns:a="http://schemas.openxmlformats.org/drawingml/2006/main">
              <a:ext uri="{FF2B5EF4-FFF2-40B4-BE49-F238E27FC236}">
                <a16:creationId xmlns:a16="http://schemas.microsoft.com/office/drawing/2014/main" id="{CF6D7294-A844-4902-948B-AB7005821D02}"/>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0" name="Google Shape;30;p4">
            <a:extLst xmlns:a="http://schemas.openxmlformats.org/drawingml/2006/main">
              <a:ext uri="{FF2B5EF4-FFF2-40B4-BE49-F238E27FC236}">
                <a16:creationId xmlns:a16="http://schemas.microsoft.com/office/drawing/2014/main" id="{DAB8EDB2-FEB9-463C-8C43-8287EB474D0D}"/>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a:lvl1pPr>
            <a:lvl2pPr marL="0" marR="0" indent="0" algn="r">
              <a:lnSpc>
                <a:spcPct val="100000"/>
              </a:lnSpc>
              <a:spcBef>
                <a:spcPts val="0"/>
              </a:spcBef>
              <a:spcAft>
                <a:spcPts val="0"/>
              </a:spcAft>
              <a:buClr>
                <a:srgbClr val="000000"/>
              </a:buClr>
              <a:buSzPts val="1200"/>
              <a:buFont typeface="Arial"/>
              <a:buNone/>
              <a:defRPr/>
            </a:lvl2pPr>
            <a:lvl3pPr marL="0" marR="0" indent="0" algn="r">
              <a:lnSpc>
                <a:spcPct val="100000"/>
              </a:lnSpc>
              <a:spcBef>
                <a:spcPts val="0"/>
              </a:spcBef>
              <a:spcAft>
                <a:spcPts val="0"/>
              </a:spcAft>
              <a:buClr>
                <a:srgbClr val="000000"/>
              </a:buClr>
              <a:buSzPts val="1200"/>
              <a:buFont typeface="Arial"/>
              <a:buNone/>
              <a:defRPr/>
            </a:lvl3pPr>
            <a:lvl4pPr marL="0" marR="0" indent="0" algn="r">
              <a:lnSpc>
                <a:spcPct val="100000"/>
              </a:lnSpc>
              <a:spcBef>
                <a:spcPts val="0"/>
              </a:spcBef>
              <a:spcAft>
                <a:spcPts val="0"/>
              </a:spcAft>
              <a:buClr>
                <a:srgbClr val="000000"/>
              </a:buClr>
              <a:buSzPts val="1200"/>
              <a:buFont typeface="Arial"/>
              <a:buNone/>
              <a:defRPr/>
            </a:lvl4pPr>
            <a:lvl5pPr marL="0" marR="0" indent="0" algn="r">
              <a:lnSpc>
                <a:spcPct val="100000"/>
              </a:lnSpc>
              <a:spcBef>
                <a:spcPts val="0"/>
              </a:spcBef>
              <a:spcAft>
                <a:spcPts val="0"/>
              </a:spcAft>
              <a:buClr>
                <a:srgbClr val="000000"/>
              </a:buClr>
              <a:buSzPts val="1200"/>
              <a:buFont typeface="Arial"/>
              <a:buNone/>
              <a:defRPr/>
            </a:lvl5pPr>
            <a:lvl6pPr marL="0" marR="0" indent="0" algn="r">
              <a:lnSpc>
                <a:spcPct val="100000"/>
              </a:lnSpc>
              <a:spcBef>
                <a:spcPts val="0"/>
              </a:spcBef>
              <a:spcAft>
                <a:spcPts val="0"/>
              </a:spcAft>
              <a:buClr>
                <a:srgbClr val="000000"/>
              </a:buClr>
              <a:buSzPts val="1200"/>
              <a:buFont typeface="Arial"/>
              <a:buNone/>
              <a:defRPr/>
            </a:lvl6pPr>
            <a:lvl7pPr marL="0" marR="0" indent="0" algn="r">
              <a:lnSpc>
                <a:spcPct val="100000"/>
              </a:lnSpc>
              <a:spcBef>
                <a:spcPts val="0"/>
              </a:spcBef>
              <a:spcAft>
                <a:spcPts val="0"/>
              </a:spcAft>
              <a:buClr>
                <a:srgbClr val="000000"/>
              </a:buClr>
              <a:buSzPts val="1200"/>
              <a:buFont typeface="Arial"/>
              <a:buNone/>
              <a:defRPr/>
            </a:lvl7pPr>
            <a:lvl8pPr marL="0" marR="0" indent="0" algn="r">
              <a:lnSpc>
                <a:spcPct val="100000"/>
              </a:lnSpc>
              <a:spcBef>
                <a:spcPts val="0"/>
              </a:spcBef>
              <a:spcAft>
                <a:spcPts val="0"/>
              </a:spcAft>
              <a:buClr>
                <a:srgbClr val="000000"/>
              </a:buClr>
              <a:buSzPts val="1200"/>
              <a:buFont typeface="Arial"/>
              <a:buNone/>
              <a:defRPr/>
            </a:lvl8pPr>
            <a:lvl9pPr marL="0" marR="0" indent="0" algn="r">
              <a:lnSpc>
                <a:spcPct val="100000"/>
              </a:lnSpc>
              <a:spcBef>
                <a:spcPts val="0"/>
              </a:spcBef>
              <a:spcAft>
                <a:spcPts val="0"/>
              </a:spcAft>
              <a:buClr>
                <a:srgbClr val="000000"/>
              </a:buClr>
              <a:buSzPts val="1200"/>
              <a:buFont typeface="Arial"/>
              <a:buNone/>
              <a:defRPr/>
            </a:lvl9pPr>
          </a:lstStyle>
          <a:p xmlns:a="http://schemas.openxmlformats.org/drawingml/2006/main">
            <a:pPr marL="0" lvl="0" indent="0" algn="r">
              <a:spcBef>
                <a:spcPts val="0"/>
              </a:spcBef>
              <a:spcAft>
                <a:spcPts val="0"/>
              </a:spcAft>
              <a:buNone/>
            </a:pPr>
            <a:fld id="{00000000-1234-1234-1234-123412341234}" type="slidenum">
              <a:t>‹#›</a:t>
            </a:fld>
            <a:endParaRPr sz="1200" b="0" i="0" u="none" strike="noStrike" cap="none">
              <a:solidFill>
                <a:srgbClr val="888888"/>
              </a:solidFill>
              <a:latin typeface="Calibri"/>
              <a:ea typeface="Calibri"/>
              <a:cs typeface="Calibri"/>
            </a:endParaRPr>
          </a:p>
        </p:txBody>
      </p:sp>
    </p:spTree>
  </p:cSld>
</p:sldLayout>
</file>

<file path=ppt/slideLayouts/slideLayout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9A55A677-F4AF-4F1C-904C-EDFF43118282}"/>
              </a:ext>
            </a:extLst>
          </p:cNvPr>
          <p:cNvSpPr>
            <a:spLocks xmlns:a="http://schemas.openxmlformats.org/drawingml/2006/main" noGrp="1"/>
          </p:cNvSpPr>
          <p:nvPr>
            <p:ph type="title" idx="0"/>
          </p:nvPr>
        </p:nvSpPr>
        <p:spPr>
          <a:xfrm xmlns:a="http://schemas.openxmlformats.org/drawingml/2006/main">
            <a:off x="722313" y="4406900"/>
            <a:ext cx="7772400" cy="1362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lnSpc>
                <a:spcPct val="100000"/>
              </a:lnSpc>
              <a:spcBef>
                <a:spcPts val="0"/>
              </a:spcBef>
              <a:spcAft>
                <a:spcPts val="0"/>
              </a:spcAft>
              <a:buClr>
                <a:schemeClr val="dk1"/>
              </a:buClr>
              <a:buSzPts val="4000"/>
              <a:buFont typeface="Calibri"/>
              <a:buNone/>
              <a:defRPr sz="4000" b="1"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3" name="Google Shape;33;p5">
            <a:extLst xmlns:a="http://schemas.openxmlformats.org/drawingml/2006/main">
              <a:ext uri="{FF2B5EF4-FFF2-40B4-BE49-F238E27FC236}">
                <a16:creationId xmlns:a16="http://schemas.microsoft.com/office/drawing/2014/main" id="{AB2436BD-6ABE-420B-92AB-AE5C6FE10AE6}"/>
              </a:ext>
            </a:extLst>
          </p:cNvPr>
          <p:cNvSpPr>
            <a:spLocks xmlns:a="http://schemas.openxmlformats.org/drawingml/2006/main" noGrp="1"/>
          </p:cNvSpPr>
          <p:nvPr>
            <p:ph type="body" idx="1"/>
          </p:nvPr>
        </p:nvSpPr>
        <p:spPr>
          <a:xfrm xmlns:a="http://schemas.openxmlformats.org/drawingml/2006/main">
            <a:off x="722313" y="2906713"/>
            <a:ext cx="7772400" cy="150018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100000"/>
              </a:lnSpc>
              <a:spcBef>
                <a:spcPts val="400"/>
              </a:spcBef>
              <a:spcAft>
                <a:spcPts val="0"/>
              </a:spcAft>
              <a:buClr>
                <a:srgbClr val="888888"/>
              </a:buClr>
              <a:buSzPts val="2000"/>
              <a:buNone/>
              <a:defRPr sz="2000">
                <a:solidFill>
                  <a:srgbClr val="888888"/>
                </a:solidFill>
              </a:defRPr>
            </a:lvl1pPr>
            <a:lvl2pPr marL="914400" indent="-228600" algn="l">
              <a:lnSpc>
                <a:spcPct val="100000"/>
              </a:lnSpc>
              <a:spcBef>
                <a:spcPts val="360"/>
              </a:spcBef>
              <a:spcAft>
                <a:spcPts val="0"/>
              </a:spcAft>
              <a:buClr>
                <a:srgbClr val="888888"/>
              </a:buClr>
              <a:buSzPts val="1800"/>
              <a:buNone/>
              <a:defRPr sz="1800">
                <a:solidFill>
                  <a:srgbClr val="888888"/>
                </a:solidFill>
              </a:defRPr>
            </a:lvl2pPr>
            <a:lvl3pPr marL="1371600" indent="-228600" algn="l">
              <a:lnSpc>
                <a:spcPct val="100000"/>
              </a:lnSpc>
              <a:spcBef>
                <a:spcPts val="320"/>
              </a:spcBef>
              <a:spcAft>
                <a:spcPts val="0"/>
              </a:spcAft>
              <a:buClr>
                <a:srgbClr val="888888"/>
              </a:buClr>
              <a:buSzPts val="1600"/>
              <a:buNone/>
              <a:defRPr sz="1600">
                <a:solidFill>
                  <a:srgbClr val="888888"/>
                </a:solidFill>
              </a:defRPr>
            </a:lvl3pPr>
            <a:lvl4pPr marL="1828800" indent="-228600" algn="l">
              <a:lnSpc>
                <a:spcPct val="100000"/>
              </a:lnSpc>
              <a:spcBef>
                <a:spcPts val="280"/>
              </a:spcBef>
              <a:spcAft>
                <a:spcPts val="0"/>
              </a:spcAft>
              <a:buClr>
                <a:srgbClr val="888888"/>
              </a:buClr>
              <a:buSzPts val="1400"/>
              <a:buNone/>
              <a:defRPr sz="1400">
                <a:solidFill>
                  <a:srgbClr val="888888"/>
                </a:solidFill>
              </a:defRPr>
            </a:lvl4pPr>
            <a:lvl5pPr marL="2286000" indent="-228600" algn="l">
              <a:lnSpc>
                <a:spcPct val="100000"/>
              </a:lnSpc>
              <a:spcBef>
                <a:spcPts val="280"/>
              </a:spcBef>
              <a:spcAft>
                <a:spcPts val="0"/>
              </a:spcAft>
              <a:buClr>
                <a:srgbClr val="888888"/>
              </a:buClr>
              <a:buSzPts val="1400"/>
              <a:buNone/>
              <a:defRPr sz="1400">
                <a:solidFill>
                  <a:srgbClr val="888888"/>
                </a:solidFill>
              </a:defRPr>
            </a:lvl5pPr>
            <a:lvl6pPr marL="2743200" indent="-228600" algn="l">
              <a:lnSpc>
                <a:spcPct val="100000"/>
              </a:lnSpc>
              <a:spcBef>
                <a:spcPts val="280"/>
              </a:spcBef>
              <a:spcAft>
                <a:spcPts val="0"/>
              </a:spcAft>
              <a:buClr>
                <a:srgbClr val="888888"/>
              </a:buClr>
              <a:buSzPts val="1400"/>
              <a:buNone/>
              <a:defRPr sz="1400">
                <a:solidFill>
                  <a:srgbClr val="888888"/>
                </a:solidFill>
              </a:defRPr>
            </a:lvl6pPr>
            <a:lvl7pPr marL="3200400" indent="-228600" algn="l">
              <a:lnSpc>
                <a:spcPct val="100000"/>
              </a:lnSpc>
              <a:spcBef>
                <a:spcPts val="280"/>
              </a:spcBef>
              <a:spcAft>
                <a:spcPts val="0"/>
              </a:spcAft>
              <a:buClr>
                <a:srgbClr val="888888"/>
              </a:buClr>
              <a:buSzPts val="1400"/>
              <a:buNone/>
              <a:defRPr sz="1400">
                <a:solidFill>
                  <a:srgbClr val="888888"/>
                </a:solidFill>
              </a:defRPr>
            </a:lvl7pPr>
            <a:lvl8pPr marL="3657600" indent="-228600" algn="l">
              <a:lnSpc>
                <a:spcPct val="100000"/>
              </a:lnSpc>
              <a:spcBef>
                <a:spcPts val="280"/>
              </a:spcBef>
              <a:spcAft>
                <a:spcPts val="0"/>
              </a:spcAft>
              <a:buClr>
                <a:srgbClr val="888888"/>
              </a:buClr>
              <a:buSzPts val="1400"/>
              <a:buNone/>
              <a:defRPr sz="1400">
                <a:solidFill>
                  <a:srgbClr val="888888"/>
                </a:solidFill>
              </a:defRPr>
            </a:lvl8pPr>
            <a:lvl9pPr marL="4114800" indent="-228600" algn="l">
              <a:lnSpc>
                <a:spcPct val="100000"/>
              </a:lnSpc>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34" name="Google Shape;34;p5">
            <a:extLst xmlns:a="http://schemas.openxmlformats.org/drawingml/2006/main">
              <a:ext uri="{FF2B5EF4-FFF2-40B4-BE49-F238E27FC236}">
                <a16:creationId xmlns:a16="http://schemas.microsoft.com/office/drawing/2014/main" id="{5179E86D-E48D-45F9-8A32-8E9C1AAB27C3}"/>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5" name="Google Shape;35;p5">
            <a:extLst xmlns:a="http://schemas.openxmlformats.org/drawingml/2006/main">
              <a:ext uri="{FF2B5EF4-FFF2-40B4-BE49-F238E27FC236}">
                <a16:creationId xmlns:a16="http://schemas.microsoft.com/office/drawing/2014/main" id="{B6576E9D-9D40-46C7-93EB-093351C2DBB1}"/>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6" name="Google Shape;36;p5">
            <a:extLst xmlns:a="http://schemas.openxmlformats.org/drawingml/2006/main">
              <a:ext uri="{FF2B5EF4-FFF2-40B4-BE49-F238E27FC236}">
                <a16:creationId xmlns:a16="http://schemas.microsoft.com/office/drawing/2014/main" id="{051FC767-C887-4D2D-A41E-BDBC417623A1}"/>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a:lvl1pPr>
            <a:lvl2pPr marL="0" marR="0" indent="0" algn="r">
              <a:lnSpc>
                <a:spcPct val="100000"/>
              </a:lnSpc>
              <a:spcBef>
                <a:spcPts val="0"/>
              </a:spcBef>
              <a:spcAft>
                <a:spcPts val="0"/>
              </a:spcAft>
              <a:buClr>
                <a:srgbClr val="000000"/>
              </a:buClr>
              <a:buSzPts val="1200"/>
              <a:buFont typeface="Arial"/>
              <a:buNone/>
              <a:defRPr/>
            </a:lvl2pPr>
            <a:lvl3pPr marL="0" marR="0" indent="0" algn="r">
              <a:lnSpc>
                <a:spcPct val="100000"/>
              </a:lnSpc>
              <a:spcBef>
                <a:spcPts val="0"/>
              </a:spcBef>
              <a:spcAft>
                <a:spcPts val="0"/>
              </a:spcAft>
              <a:buClr>
                <a:srgbClr val="000000"/>
              </a:buClr>
              <a:buSzPts val="1200"/>
              <a:buFont typeface="Arial"/>
              <a:buNone/>
              <a:defRPr/>
            </a:lvl3pPr>
            <a:lvl4pPr marL="0" marR="0" indent="0" algn="r">
              <a:lnSpc>
                <a:spcPct val="100000"/>
              </a:lnSpc>
              <a:spcBef>
                <a:spcPts val="0"/>
              </a:spcBef>
              <a:spcAft>
                <a:spcPts val="0"/>
              </a:spcAft>
              <a:buClr>
                <a:srgbClr val="000000"/>
              </a:buClr>
              <a:buSzPts val="1200"/>
              <a:buFont typeface="Arial"/>
              <a:buNone/>
              <a:defRPr/>
            </a:lvl4pPr>
            <a:lvl5pPr marL="0" marR="0" indent="0" algn="r">
              <a:lnSpc>
                <a:spcPct val="100000"/>
              </a:lnSpc>
              <a:spcBef>
                <a:spcPts val="0"/>
              </a:spcBef>
              <a:spcAft>
                <a:spcPts val="0"/>
              </a:spcAft>
              <a:buClr>
                <a:srgbClr val="000000"/>
              </a:buClr>
              <a:buSzPts val="1200"/>
              <a:buFont typeface="Arial"/>
              <a:buNone/>
              <a:defRPr/>
            </a:lvl5pPr>
            <a:lvl6pPr marL="0" marR="0" indent="0" algn="r">
              <a:lnSpc>
                <a:spcPct val="100000"/>
              </a:lnSpc>
              <a:spcBef>
                <a:spcPts val="0"/>
              </a:spcBef>
              <a:spcAft>
                <a:spcPts val="0"/>
              </a:spcAft>
              <a:buClr>
                <a:srgbClr val="000000"/>
              </a:buClr>
              <a:buSzPts val="1200"/>
              <a:buFont typeface="Arial"/>
              <a:buNone/>
              <a:defRPr/>
            </a:lvl6pPr>
            <a:lvl7pPr marL="0" marR="0" indent="0" algn="r">
              <a:lnSpc>
                <a:spcPct val="100000"/>
              </a:lnSpc>
              <a:spcBef>
                <a:spcPts val="0"/>
              </a:spcBef>
              <a:spcAft>
                <a:spcPts val="0"/>
              </a:spcAft>
              <a:buClr>
                <a:srgbClr val="000000"/>
              </a:buClr>
              <a:buSzPts val="1200"/>
              <a:buFont typeface="Arial"/>
              <a:buNone/>
              <a:defRPr/>
            </a:lvl7pPr>
            <a:lvl8pPr marL="0" marR="0" indent="0" algn="r">
              <a:lnSpc>
                <a:spcPct val="100000"/>
              </a:lnSpc>
              <a:spcBef>
                <a:spcPts val="0"/>
              </a:spcBef>
              <a:spcAft>
                <a:spcPts val="0"/>
              </a:spcAft>
              <a:buClr>
                <a:srgbClr val="000000"/>
              </a:buClr>
              <a:buSzPts val="1200"/>
              <a:buFont typeface="Arial"/>
              <a:buNone/>
              <a:defRPr/>
            </a:lvl8pPr>
            <a:lvl9pPr marL="0" marR="0" indent="0" algn="r">
              <a:lnSpc>
                <a:spcPct val="100000"/>
              </a:lnSpc>
              <a:spcBef>
                <a:spcPts val="0"/>
              </a:spcBef>
              <a:spcAft>
                <a:spcPts val="0"/>
              </a:spcAft>
              <a:buClr>
                <a:srgbClr val="000000"/>
              </a:buClr>
              <a:buSzPts val="1200"/>
              <a:buFont typeface="Arial"/>
              <a:buNone/>
              <a:defRPr/>
            </a:lvl9pPr>
          </a:lstStyle>
          <a:p xmlns:a="http://schemas.openxmlformats.org/drawingml/2006/main">
            <a:pPr marL="0" lvl="0" indent="0" algn="r">
              <a:spcBef>
                <a:spcPts val="0"/>
              </a:spcBef>
              <a:spcAft>
                <a:spcPts val="0"/>
              </a:spcAft>
              <a:buNone/>
            </a:pPr>
            <a:fld id="{00000000-1234-1234-1234-123412341234}" type="slidenum">
              <a:t>‹#›</a:t>
            </a:fld>
            <a:endParaRPr sz="1200" b="0" i="0" u="none" strike="noStrike" cap="none">
              <a:solidFill>
                <a:srgbClr val="888888"/>
              </a:solidFill>
              <a:latin typeface="Calibri"/>
              <a:ea typeface="Calibri"/>
              <a:cs typeface="Calibri"/>
            </a:endParaRPr>
          </a:p>
        </p:txBody>
      </p:sp>
    </p:spTree>
  </p:cSld>
</p:sldLayout>
</file>

<file path=ppt/slideLayouts/slideLayout5.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38" name="Google Shape;38;p6">
            <a:extLst xmlns:a="http://schemas.openxmlformats.org/drawingml/2006/main">
              <a:ext uri="{FF2B5EF4-FFF2-40B4-BE49-F238E27FC236}">
                <a16:creationId xmlns:a16="http://schemas.microsoft.com/office/drawing/2014/main" id="{73B292AB-EE6A-4B91-93D8-94CC04627E54}"/>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9" name="Google Shape;39;p6">
            <a:extLst xmlns:a="http://schemas.openxmlformats.org/drawingml/2006/main">
              <a:ext uri="{FF2B5EF4-FFF2-40B4-BE49-F238E27FC236}">
                <a16:creationId xmlns:a16="http://schemas.microsoft.com/office/drawing/2014/main" id="{9B65D632-D1B4-4302-9E8D-BA6B9B35AB7B}"/>
              </a:ext>
            </a:extLst>
          </p:cNvPr>
          <p:cNvSpPr>
            <a:spLocks xmlns:a="http://schemas.openxmlformats.org/drawingml/2006/main" noGrp="1"/>
          </p:cNvSpPr>
          <p:nvPr>
            <p:ph type="body" idx="1"/>
          </p:nvPr>
        </p:nvSpPr>
        <p:spPr>
          <a:xfrm xmlns:a="http://schemas.openxmlformats.org/drawingml/2006/main">
            <a:off x="457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lnSpc>
                <a:spcPct val="100000"/>
              </a:lnSpc>
              <a:spcBef>
                <a:spcPts val="560"/>
              </a:spcBef>
              <a:spcAft>
                <a:spcPts val="0"/>
              </a:spcAft>
              <a:buClr>
                <a:schemeClr val="dk1"/>
              </a:buClr>
              <a:buSzPts val="2800"/>
              <a:buChar char="•"/>
              <a:defRPr sz="2800"/>
            </a:lvl1pPr>
            <a:lvl2pPr marL="914400" indent="-381000" algn="l">
              <a:lnSpc>
                <a:spcPct val="100000"/>
              </a:lnSpc>
              <a:spcBef>
                <a:spcPts val="480"/>
              </a:spcBef>
              <a:spcAft>
                <a:spcPts val="0"/>
              </a:spcAft>
              <a:buClr>
                <a:schemeClr val="dk1"/>
              </a:buClr>
              <a:buSzPts val="2400"/>
              <a:buChar char="–"/>
              <a:defRPr sz="2400"/>
            </a:lvl2pPr>
            <a:lvl3pPr marL="1371600" indent="-355600" algn="l">
              <a:lnSpc>
                <a:spcPct val="100000"/>
              </a:lnSpc>
              <a:spcBef>
                <a:spcPts val="400"/>
              </a:spcBef>
              <a:spcAft>
                <a:spcPts val="0"/>
              </a:spcAft>
              <a:buClr>
                <a:schemeClr val="dk1"/>
              </a:buClr>
              <a:buSzPts val="2000"/>
              <a:buChar char="•"/>
              <a:defRPr sz="2000"/>
            </a:lvl3pPr>
            <a:lvl4pPr marL="1828800" indent="-342900" algn="l">
              <a:lnSpc>
                <a:spcPct val="100000"/>
              </a:lnSpc>
              <a:spcBef>
                <a:spcPts val="360"/>
              </a:spcBef>
              <a:spcAft>
                <a:spcPts val="0"/>
              </a:spcAft>
              <a:buClr>
                <a:schemeClr val="dk1"/>
              </a:buClr>
              <a:buSzPts val="1800"/>
              <a:buChar char="–"/>
              <a:defRPr sz="1800"/>
            </a:lvl4pPr>
            <a:lvl5pPr marL="2286000" indent="-342900" algn="l">
              <a:lnSpc>
                <a:spcPct val="100000"/>
              </a:lnSpc>
              <a:spcBef>
                <a:spcPts val="360"/>
              </a:spcBef>
              <a:spcAft>
                <a:spcPts val="0"/>
              </a:spcAft>
              <a:buClr>
                <a:schemeClr val="dk1"/>
              </a:buClr>
              <a:buSzPts val="1800"/>
              <a:buChar char="»"/>
              <a:defRPr sz="1800"/>
            </a:lvl5pPr>
            <a:lvl6pPr marL="2743200" indent="-342900" algn="l">
              <a:lnSpc>
                <a:spcPct val="100000"/>
              </a:lnSpc>
              <a:spcBef>
                <a:spcPts val="360"/>
              </a:spcBef>
              <a:spcAft>
                <a:spcPts val="0"/>
              </a:spcAft>
              <a:buClr>
                <a:schemeClr val="dk1"/>
              </a:buClr>
              <a:buSzPts val="1800"/>
              <a:buChar char="•"/>
              <a:defRPr sz="1800"/>
            </a:lvl6pPr>
            <a:lvl7pPr marL="3200400" indent="-342900" algn="l">
              <a:lnSpc>
                <a:spcPct val="100000"/>
              </a:lnSpc>
              <a:spcBef>
                <a:spcPts val="360"/>
              </a:spcBef>
              <a:spcAft>
                <a:spcPts val="0"/>
              </a:spcAft>
              <a:buClr>
                <a:schemeClr val="dk1"/>
              </a:buClr>
              <a:buSzPts val="1800"/>
              <a:buChar char="•"/>
              <a:defRPr sz="1800"/>
            </a:lvl7pPr>
            <a:lvl8pPr marL="3657600" indent="-342900" algn="l">
              <a:lnSpc>
                <a:spcPct val="100000"/>
              </a:lnSpc>
              <a:spcBef>
                <a:spcPts val="360"/>
              </a:spcBef>
              <a:spcAft>
                <a:spcPts val="0"/>
              </a:spcAft>
              <a:buClr>
                <a:schemeClr val="dk1"/>
              </a:buClr>
              <a:buSzPts val="1800"/>
              <a:buChar char="•"/>
              <a:defRPr sz="1800"/>
            </a:lvl8pPr>
            <a:lvl9pPr marL="4114800" indent="-342900" algn="l">
              <a:lnSpc>
                <a:spcPct val="100000"/>
              </a:lnSpc>
              <a:spcBef>
                <a:spcPts val="360"/>
              </a:spcBef>
              <a:spcAft>
                <a:spcPts val="0"/>
              </a:spcAft>
              <a:buClr>
                <a:schemeClr val="dk1"/>
              </a:buClr>
              <a:buSzPts val="1800"/>
              <a:buChar char="•"/>
              <a:defRPr sz="1800"/>
            </a:lvl9pPr>
          </a:lstStyle>
          <a:p xmlns:a="http://schemas.openxmlformats.org/drawingml/2006/main"/>
        </p:txBody>
      </p:sp>
      <p:sp>
        <p:nvSpPr>
          <p:cNvPr id="40" name="Google Shape;40;p6">
            <a:extLst xmlns:a="http://schemas.openxmlformats.org/drawingml/2006/main">
              <a:ext uri="{FF2B5EF4-FFF2-40B4-BE49-F238E27FC236}">
                <a16:creationId xmlns:a16="http://schemas.microsoft.com/office/drawing/2014/main" id="{1DC911A3-58EB-41B1-942E-5FBCF1625CB1}"/>
              </a:ext>
            </a:extLst>
          </p:cNvPr>
          <p:cNvSpPr>
            <a:spLocks xmlns:a="http://schemas.openxmlformats.org/drawingml/2006/main" noGrp="1"/>
          </p:cNvSpPr>
          <p:nvPr>
            <p:ph type="body" idx="2"/>
          </p:nvPr>
        </p:nvSpPr>
        <p:spPr>
          <a:xfrm xmlns:a="http://schemas.openxmlformats.org/drawingml/2006/main">
            <a:off x="4648200" y="1600200"/>
            <a:ext cx="4038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lnSpc>
                <a:spcPct val="100000"/>
              </a:lnSpc>
              <a:spcBef>
                <a:spcPts val="560"/>
              </a:spcBef>
              <a:spcAft>
                <a:spcPts val="0"/>
              </a:spcAft>
              <a:buClr>
                <a:schemeClr val="dk1"/>
              </a:buClr>
              <a:buSzPts val="2800"/>
              <a:buChar char="•"/>
              <a:defRPr sz="2800"/>
            </a:lvl1pPr>
            <a:lvl2pPr marL="914400" indent="-381000" algn="l">
              <a:lnSpc>
                <a:spcPct val="100000"/>
              </a:lnSpc>
              <a:spcBef>
                <a:spcPts val="480"/>
              </a:spcBef>
              <a:spcAft>
                <a:spcPts val="0"/>
              </a:spcAft>
              <a:buClr>
                <a:schemeClr val="dk1"/>
              </a:buClr>
              <a:buSzPts val="2400"/>
              <a:buChar char="–"/>
              <a:defRPr sz="2400"/>
            </a:lvl2pPr>
            <a:lvl3pPr marL="1371600" indent="-355600" algn="l">
              <a:lnSpc>
                <a:spcPct val="100000"/>
              </a:lnSpc>
              <a:spcBef>
                <a:spcPts val="400"/>
              </a:spcBef>
              <a:spcAft>
                <a:spcPts val="0"/>
              </a:spcAft>
              <a:buClr>
                <a:schemeClr val="dk1"/>
              </a:buClr>
              <a:buSzPts val="2000"/>
              <a:buChar char="•"/>
              <a:defRPr sz="2000"/>
            </a:lvl3pPr>
            <a:lvl4pPr marL="1828800" indent="-342900" algn="l">
              <a:lnSpc>
                <a:spcPct val="100000"/>
              </a:lnSpc>
              <a:spcBef>
                <a:spcPts val="360"/>
              </a:spcBef>
              <a:spcAft>
                <a:spcPts val="0"/>
              </a:spcAft>
              <a:buClr>
                <a:schemeClr val="dk1"/>
              </a:buClr>
              <a:buSzPts val="1800"/>
              <a:buChar char="–"/>
              <a:defRPr sz="1800"/>
            </a:lvl4pPr>
            <a:lvl5pPr marL="2286000" indent="-342900" algn="l">
              <a:lnSpc>
                <a:spcPct val="100000"/>
              </a:lnSpc>
              <a:spcBef>
                <a:spcPts val="360"/>
              </a:spcBef>
              <a:spcAft>
                <a:spcPts val="0"/>
              </a:spcAft>
              <a:buClr>
                <a:schemeClr val="dk1"/>
              </a:buClr>
              <a:buSzPts val="1800"/>
              <a:buChar char="»"/>
              <a:defRPr sz="1800"/>
            </a:lvl5pPr>
            <a:lvl6pPr marL="2743200" indent="-342900" algn="l">
              <a:lnSpc>
                <a:spcPct val="100000"/>
              </a:lnSpc>
              <a:spcBef>
                <a:spcPts val="360"/>
              </a:spcBef>
              <a:spcAft>
                <a:spcPts val="0"/>
              </a:spcAft>
              <a:buClr>
                <a:schemeClr val="dk1"/>
              </a:buClr>
              <a:buSzPts val="1800"/>
              <a:buChar char="•"/>
              <a:defRPr sz="1800"/>
            </a:lvl6pPr>
            <a:lvl7pPr marL="3200400" indent="-342900" algn="l">
              <a:lnSpc>
                <a:spcPct val="100000"/>
              </a:lnSpc>
              <a:spcBef>
                <a:spcPts val="360"/>
              </a:spcBef>
              <a:spcAft>
                <a:spcPts val="0"/>
              </a:spcAft>
              <a:buClr>
                <a:schemeClr val="dk1"/>
              </a:buClr>
              <a:buSzPts val="1800"/>
              <a:buChar char="•"/>
              <a:defRPr sz="1800"/>
            </a:lvl7pPr>
            <a:lvl8pPr marL="3657600" indent="-342900" algn="l">
              <a:lnSpc>
                <a:spcPct val="100000"/>
              </a:lnSpc>
              <a:spcBef>
                <a:spcPts val="360"/>
              </a:spcBef>
              <a:spcAft>
                <a:spcPts val="0"/>
              </a:spcAft>
              <a:buClr>
                <a:schemeClr val="dk1"/>
              </a:buClr>
              <a:buSzPts val="1800"/>
              <a:buChar char="•"/>
              <a:defRPr sz="1800"/>
            </a:lvl8pPr>
            <a:lvl9pPr marL="4114800" indent="-342900" algn="l">
              <a:lnSpc>
                <a:spcPct val="100000"/>
              </a:lnSpc>
              <a:spcBef>
                <a:spcPts val="360"/>
              </a:spcBef>
              <a:spcAft>
                <a:spcPts val="0"/>
              </a:spcAft>
              <a:buClr>
                <a:schemeClr val="dk1"/>
              </a:buClr>
              <a:buSzPts val="1800"/>
              <a:buChar char="•"/>
              <a:defRPr sz="1800"/>
            </a:lvl9pPr>
          </a:lstStyle>
          <a:p xmlns:a="http://schemas.openxmlformats.org/drawingml/2006/main"/>
        </p:txBody>
      </p:sp>
      <p:sp>
        <p:nvSpPr>
          <p:cNvPr id="41" name="Google Shape;41;p6">
            <a:extLst xmlns:a="http://schemas.openxmlformats.org/drawingml/2006/main">
              <a:ext uri="{FF2B5EF4-FFF2-40B4-BE49-F238E27FC236}">
                <a16:creationId xmlns:a16="http://schemas.microsoft.com/office/drawing/2014/main" id="{19F0266C-7753-4E7E-9900-2A603AED8B61}"/>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42" name="Google Shape;42;p6">
            <a:extLst xmlns:a="http://schemas.openxmlformats.org/drawingml/2006/main">
              <a:ext uri="{FF2B5EF4-FFF2-40B4-BE49-F238E27FC236}">
                <a16:creationId xmlns:a16="http://schemas.microsoft.com/office/drawing/2014/main" id="{5B1C3B58-C0A3-4702-AF9F-C2B1BC3980B9}"/>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43" name="Google Shape;43;p6">
            <a:extLst xmlns:a="http://schemas.openxmlformats.org/drawingml/2006/main">
              <a:ext uri="{FF2B5EF4-FFF2-40B4-BE49-F238E27FC236}">
                <a16:creationId xmlns:a16="http://schemas.microsoft.com/office/drawing/2014/main" id="{566C37FC-2246-4587-B77D-100EEDEE7115}"/>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a:lvl1pPr>
            <a:lvl2pPr marL="0" marR="0" indent="0" algn="r">
              <a:lnSpc>
                <a:spcPct val="100000"/>
              </a:lnSpc>
              <a:spcBef>
                <a:spcPts val="0"/>
              </a:spcBef>
              <a:spcAft>
                <a:spcPts val="0"/>
              </a:spcAft>
              <a:buClr>
                <a:srgbClr val="000000"/>
              </a:buClr>
              <a:buSzPts val="1200"/>
              <a:buFont typeface="Arial"/>
              <a:buNone/>
              <a:defRPr/>
            </a:lvl2pPr>
            <a:lvl3pPr marL="0" marR="0" indent="0" algn="r">
              <a:lnSpc>
                <a:spcPct val="100000"/>
              </a:lnSpc>
              <a:spcBef>
                <a:spcPts val="0"/>
              </a:spcBef>
              <a:spcAft>
                <a:spcPts val="0"/>
              </a:spcAft>
              <a:buClr>
                <a:srgbClr val="000000"/>
              </a:buClr>
              <a:buSzPts val="1200"/>
              <a:buFont typeface="Arial"/>
              <a:buNone/>
              <a:defRPr/>
            </a:lvl3pPr>
            <a:lvl4pPr marL="0" marR="0" indent="0" algn="r">
              <a:lnSpc>
                <a:spcPct val="100000"/>
              </a:lnSpc>
              <a:spcBef>
                <a:spcPts val="0"/>
              </a:spcBef>
              <a:spcAft>
                <a:spcPts val="0"/>
              </a:spcAft>
              <a:buClr>
                <a:srgbClr val="000000"/>
              </a:buClr>
              <a:buSzPts val="1200"/>
              <a:buFont typeface="Arial"/>
              <a:buNone/>
              <a:defRPr/>
            </a:lvl4pPr>
            <a:lvl5pPr marL="0" marR="0" indent="0" algn="r">
              <a:lnSpc>
                <a:spcPct val="100000"/>
              </a:lnSpc>
              <a:spcBef>
                <a:spcPts val="0"/>
              </a:spcBef>
              <a:spcAft>
                <a:spcPts val="0"/>
              </a:spcAft>
              <a:buClr>
                <a:srgbClr val="000000"/>
              </a:buClr>
              <a:buSzPts val="1200"/>
              <a:buFont typeface="Arial"/>
              <a:buNone/>
              <a:defRPr/>
            </a:lvl5pPr>
            <a:lvl6pPr marL="0" marR="0" indent="0" algn="r">
              <a:lnSpc>
                <a:spcPct val="100000"/>
              </a:lnSpc>
              <a:spcBef>
                <a:spcPts val="0"/>
              </a:spcBef>
              <a:spcAft>
                <a:spcPts val="0"/>
              </a:spcAft>
              <a:buClr>
                <a:srgbClr val="000000"/>
              </a:buClr>
              <a:buSzPts val="1200"/>
              <a:buFont typeface="Arial"/>
              <a:buNone/>
              <a:defRPr/>
            </a:lvl6pPr>
            <a:lvl7pPr marL="0" marR="0" indent="0" algn="r">
              <a:lnSpc>
                <a:spcPct val="100000"/>
              </a:lnSpc>
              <a:spcBef>
                <a:spcPts val="0"/>
              </a:spcBef>
              <a:spcAft>
                <a:spcPts val="0"/>
              </a:spcAft>
              <a:buClr>
                <a:srgbClr val="000000"/>
              </a:buClr>
              <a:buSzPts val="1200"/>
              <a:buFont typeface="Arial"/>
              <a:buNone/>
              <a:defRPr/>
            </a:lvl7pPr>
            <a:lvl8pPr marL="0" marR="0" indent="0" algn="r">
              <a:lnSpc>
                <a:spcPct val="100000"/>
              </a:lnSpc>
              <a:spcBef>
                <a:spcPts val="0"/>
              </a:spcBef>
              <a:spcAft>
                <a:spcPts val="0"/>
              </a:spcAft>
              <a:buClr>
                <a:srgbClr val="000000"/>
              </a:buClr>
              <a:buSzPts val="1200"/>
              <a:buFont typeface="Arial"/>
              <a:buNone/>
              <a:defRPr/>
            </a:lvl8pPr>
            <a:lvl9pPr marL="0" marR="0" indent="0" algn="r">
              <a:lnSpc>
                <a:spcPct val="100000"/>
              </a:lnSpc>
              <a:spcBef>
                <a:spcPts val="0"/>
              </a:spcBef>
              <a:spcAft>
                <a:spcPts val="0"/>
              </a:spcAft>
              <a:buClr>
                <a:srgbClr val="000000"/>
              </a:buClr>
              <a:buSzPts val="1200"/>
              <a:buFont typeface="Arial"/>
              <a:buNone/>
              <a:defRPr/>
            </a:lvl9pPr>
          </a:lstStyle>
          <a:p xmlns:a="http://schemas.openxmlformats.org/drawingml/2006/main">
            <a:pPr marL="0" lvl="0" indent="0" algn="r">
              <a:spcBef>
                <a:spcPts val="0"/>
              </a:spcBef>
              <a:spcAft>
                <a:spcPts val="0"/>
              </a:spcAft>
              <a:buNone/>
            </a:pPr>
            <a:fld id="{00000000-1234-1234-1234-123412341234}" type="slidenum">
              <a:t>‹#›</a:t>
            </a:fld>
            <a:endParaRPr sz="1200" b="0" i="0" u="none" strike="noStrike" cap="none">
              <a:solidFill>
                <a:srgbClr val="888888"/>
              </a:solidFill>
              <a:latin typeface="Calibri"/>
              <a:ea typeface="Calibri"/>
              <a:cs typeface="Calibri"/>
            </a:endParaRPr>
          </a:p>
        </p:txBody>
      </p:sp>
    </p:spTree>
  </p:cSld>
</p:sldLayout>
</file>

<file path=ppt/slideLayouts/slideLayout6.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45" name="Google Shape;45;p7">
            <a:extLst xmlns:a="http://schemas.openxmlformats.org/drawingml/2006/main">
              <a:ext uri="{FF2B5EF4-FFF2-40B4-BE49-F238E27FC236}">
                <a16:creationId xmlns:a16="http://schemas.microsoft.com/office/drawing/2014/main" id="{7B79E2CD-39D5-4C2D-B6D0-6E12AAEFFA3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4400"/>
              <a:buFont typeface="Calibri"/>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46" name="Google Shape;46;p7">
            <a:extLst xmlns:a="http://schemas.openxmlformats.org/drawingml/2006/main">
              <a:ext uri="{FF2B5EF4-FFF2-40B4-BE49-F238E27FC236}">
                <a16:creationId xmlns:a16="http://schemas.microsoft.com/office/drawing/2014/main" id="{391539F3-8C23-4E5B-9911-B461D924E39B}"/>
              </a:ext>
            </a:extLst>
          </p:cNvPr>
          <p:cNvSpPr>
            <a:spLocks xmlns:a="http://schemas.openxmlformats.org/drawingml/2006/main" noGrp="1"/>
          </p:cNvSpPr>
          <p:nvPr>
            <p:ph type="body" idx="1"/>
          </p:nvPr>
        </p:nvSpPr>
        <p:spPr>
          <a:xfrm xmlns:a="http://schemas.openxmlformats.org/drawingml/2006/main">
            <a:off x="457200" y="1535113"/>
            <a:ext cx="4040188"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100000"/>
              </a:lnSpc>
              <a:spcBef>
                <a:spcPts val="480"/>
              </a:spcBef>
              <a:spcAft>
                <a:spcPts val="0"/>
              </a:spcAft>
              <a:buClr>
                <a:schemeClr val="dk1"/>
              </a:buClr>
              <a:buSzPts val="2400"/>
              <a:buNone/>
              <a:defRPr sz="2400" b="1"/>
            </a:lvl1pPr>
            <a:lvl2pPr marL="914400" indent="-228600" algn="l">
              <a:lnSpc>
                <a:spcPct val="100000"/>
              </a:lnSpc>
              <a:spcBef>
                <a:spcPts val="400"/>
              </a:spcBef>
              <a:spcAft>
                <a:spcPts val="0"/>
              </a:spcAft>
              <a:buClr>
                <a:schemeClr val="dk1"/>
              </a:buClr>
              <a:buSzPts val="2000"/>
              <a:buNone/>
              <a:defRPr sz="2000" b="1"/>
            </a:lvl2pPr>
            <a:lvl3pPr marL="1371600" indent="-228600" algn="l">
              <a:lnSpc>
                <a:spcPct val="100000"/>
              </a:lnSpc>
              <a:spcBef>
                <a:spcPts val="360"/>
              </a:spcBef>
              <a:spcAft>
                <a:spcPts val="0"/>
              </a:spcAft>
              <a:buClr>
                <a:schemeClr val="dk1"/>
              </a:buClr>
              <a:buSzPts val="1800"/>
              <a:buNone/>
              <a:defRPr sz="1800" b="1"/>
            </a:lvl3pPr>
            <a:lvl4pPr marL="1828800" indent="-228600" algn="l">
              <a:lnSpc>
                <a:spcPct val="100000"/>
              </a:lnSpc>
              <a:spcBef>
                <a:spcPts val="320"/>
              </a:spcBef>
              <a:spcAft>
                <a:spcPts val="0"/>
              </a:spcAft>
              <a:buClr>
                <a:schemeClr val="dk1"/>
              </a:buClr>
              <a:buSzPts val="1600"/>
              <a:buNone/>
              <a:defRPr sz="1600" b="1"/>
            </a:lvl4pPr>
            <a:lvl5pPr marL="2286000" indent="-228600" algn="l">
              <a:lnSpc>
                <a:spcPct val="100000"/>
              </a:lnSpc>
              <a:spcBef>
                <a:spcPts val="320"/>
              </a:spcBef>
              <a:spcAft>
                <a:spcPts val="0"/>
              </a:spcAft>
              <a:buClr>
                <a:schemeClr val="dk1"/>
              </a:buClr>
              <a:buSzPts val="1600"/>
              <a:buNone/>
              <a:defRPr sz="1600" b="1"/>
            </a:lvl5pPr>
            <a:lvl6pPr marL="2743200" indent="-228600" algn="l">
              <a:lnSpc>
                <a:spcPct val="100000"/>
              </a:lnSpc>
              <a:spcBef>
                <a:spcPts val="320"/>
              </a:spcBef>
              <a:spcAft>
                <a:spcPts val="0"/>
              </a:spcAft>
              <a:buClr>
                <a:schemeClr val="dk1"/>
              </a:buClr>
              <a:buSzPts val="1600"/>
              <a:buNone/>
              <a:defRPr sz="1600" b="1"/>
            </a:lvl6pPr>
            <a:lvl7pPr marL="3200400" indent="-228600" algn="l">
              <a:lnSpc>
                <a:spcPct val="100000"/>
              </a:lnSpc>
              <a:spcBef>
                <a:spcPts val="320"/>
              </a:spcBef>
              <a:spcAft>
                <a:spcPts val="0"/>
              </a:spcAft>
              <a:buClr>
                <a:schemeClr val="dk1"/>
              </a:buClr>
              <a:buSzPts val="1600"/>
              <a:buNone/>
              <a:defRPr sz="1600" b="1"/>
            </a:lvl7pPr>
            <a:lvl8pPr marL="3657600" indent="-228600" algn="l">
              <a:lnSpc>
                <a:spcPct val="100000"/>
              </a:lnSpc>
              <a:spcBef>
                <a:spcPts val="320"/>
              </a:spcBef>
              <a:spcAft>
                <a:spcPts val="0"/>
              </a:spcAft>
              <a:buClr>
                <a:schemeClr val="dk1"/>
              </a:buClr>
              <a:buSzPts val="1600"/>
              <a:buNone/>
              <a:defRPr sz="1600" b="1"/>
            </a:lvl8pPr>
            <a:lvl9pPr marL="4114800" indent="-228600" algn="l">
              <a:lnSpc>
                <a:spcPct val="100000"/>
              </a:lnSpc>
              <a:spcBef>
                <a:spcPts val="320"/>
              </a:spcBef>
              <a:spcAft>
                <a:spcPts val="0"/>
              </a:spcAft>
              <a:buClr>
                <a:schemeClr val="dk1"/>
              </a:buClr>
              <a:buSzPts val="1600"/>
              <a:buNone/>
              <a:defRPr sz="1600" b="1"/>
            </a:lvl9pPr>
          </a:lstStyle>
          <a:p xmlns:a="http://schemas.openxmlformats.org/drawingml/2006/main"/>
        </p:txBody>
      </p:sp>
      <p:sp>
        <p:nvSpPr>
          <p:cNvPr id="47" name="Google Shape;47;p7">
            <a:extLst xmlns:a="http://schemas.openxmlformats.org/drawingml/2006/main">
              <a:ext uri="{FF2B5EF4-FFF2-40B4-BE49-F238E27FC236}">
                <a16:creationId xmlns:a16="http://schemas.microsoft.com/office/drawing/2014/main" id="{519A962A-0A8D-4486-A09C-13E032E81D92}"/>
              </a:ext>
            </a:extLst>
          </p:cNvPr>
          <p:cNvSpPr>
            <a:spLocks xmlns:a="http://schemas.openxmlformats.org/drawingml/2006/main" noGrp="1"/>
          </p:cNvSpPr>
          <p:nvPr>
            <p:ph type="body" idx="2"/>
          </p:nvPr>
        </p:nvSpPr>
        <p:spPr>
          <a:xfrm xmlns:a="http://schemas.openxmlformats.org/drawingml/2006/main">
            <a:off x="457200" y="2174875"/>
            <a:ext cx="4040188"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lnSpc>
                <a:spcPct val="100000"/>
              </a:lnSpc>
              <a:spcBef>
                <a:spcPts val="480"/>
              </a:spcBef>
              <a:spcAft>
                <a:spcPts val="0"/>
              </a:spcAft>
              <a:buClr>
                <a:schemeClr val="dk1"/>
              </a:buClr>
              <a:buSzPts val="2400"/>
              <a:buChar char="•"/>
              <a:defRPr sz="2400"/>
            </a:lvl1pPr>
            <a:lvl2pPr marL="914400" indent="-355600" algn="l">
              <a:lnSpc>
                <a:spcPct val="100000"/>
              </a:lnSpc>
              <a:spcBef>
                <a:spcPts val="400"/>
              </a:spcBef>
              <a:spcAft>
                <a:spcPts val="0"/>
              </a:spcAft>
              <a:buClr>
                <a:schemeClr val="dk1"/>
              </a:buClr>
              <a:buSzPts val="2000"/>
              <a:buChar char="–"/>
              <a:defRPr sz="2000"/>
            </a:lvl2pPr>
            <a:lvl3pPr marL="1371600" indent="-342900" algn="l">
              <a:lnSpc>
                <a:spcPct val="100000"/>
              </a:lnSpc>
              <a:spcBef>
                <a:spcPts val="360"/>
              </a:spcBef>
              <a:spcAft>
                <a:spcPts val="0"/>
              </a:spcAft>
              <a:buClr>
                <a:schemeClr val="dk1"/>
              </a:buClr>
              <a:buSzPts val="1800"/>
              <a:buChar char="•"/>
              <a:defRPr sz="1800"/>
            </a:lvl3pPr>
            <a:lvl4pPr marL="1828800" indent="-330200" algn="l">
              <a:lnSpc>
                <a:spcPct val="100000"/>
              </a:lnSpc>
              <a:spcBef>
                <a:spcPts val="320"/>
              </a:spcBef>
              <a:spcAft>
                <a:spcPts val="0"/>
              </a:spcAft>
              <a:buClr>
                <a:schemeClr val="dk1"/>
              </a:buClr>
              <a:buSzPts val="1600"/>
              <a:buChar char="–"/>
              <a:defRPr sz="1600"/>
            </a:lvl4pPr>
            <a:lvl5pPr marL="2286000" indent="-330200" algn="l">
              <a:lnSpc>
                <a:spcPct val="100000"/>
              </a:lnSpc>
              <a:spcBef>
                <a:spcPts val="320"/>
              </a:spcBef>
              <a:spcAft>
                <a:spcPts val="0"/>
              </a:spcAft>
              <a:buClr>
                <a:schemeClr val="dk1"/>
              </a:buClr>
              <a:buSzPts val="1600"/>
              <a:buChar char="»"/>
              <a:defRPr sz="1600"/>
            </a:lvl5pPr>
            <a:lvl6pPr marL="2743200" indent="-330200" algn="l">
              <a:lnSpc>
                <a:spcPct val="100000"/>
              </a:lnSpc>
              <a:spcBef>
                <a:spcPts val="320"/>
              </a:spcBef>
              <a:spcAft>
                <a:spcPts val="0"/>
              </a:spcAft>
              <a:buClr>
                <a:schemeClr val="dk1"/>
              </a:buClr>
              <a:buSzPts val="1600"/>
              <a:buChar char="•"/>
              <a:defRPr sz="1600"/>
            </a:lvl6pPr>
            <a:lvl7pPr marL="3200400" indent="-330200" algn="l">
              <a:lnSpc>
                <a:spcPct val="100000"/>
              </a:lnSpc>
              <a:spcBef>
                <a:spcPts val="320"/>
              </a:spcBef>
              <a:spcAft>
                <a:spcPts val="0"/>
              </a:spcAft>
              <a:buClr>
                <a:schemeClr val="dk1"/>
              </a:buClr>
              <a:buSzPts val="1600"/>
              <a:buChar char="•"/>
              <a:defRPr sz="1600"/>
            </a:lvl7pPr>
            <a:lvl8pPr marL="3657600" indent="-330200" algn="l">
              <a:lnSpc>
                <a:spcPct val="100000"/>
              </a:lnSpc>
              <a:spcBef>
                <a:spcPts val="320"/>
              </a:spcBef>
              <a:spcAft>
                <a:spcPts val="0"/>
              </a:spcAft>
              <a:buClr>
                <a:schemeClr val="dk1"/>
              </a:buClr>
              <a:buSzPts val="1600"/>
              <a:buChar char="•"/>
              <a:defRPr sz="1600"/>
            </a:lvl8pPr>
            <a:lvl9pPr marL="4114800" indent="-330200" algn="l">
              <a:lnSpc>
                <a:spcPct val="100000"/>
              </a:lnSpc>
              <a:spcBef>
                <a:spcPts val="320"/>
              </a:spcBef>
              <a:spcAft>
                <a:spcPts val="0"/>
              </a:spcAft>
              <a:buClr>
                <a:schemeClr val="dk1"/>
              </a:buClr>
              <a:buSzPts val="1600"/>
              <a:buChar char="•"/>
              <a:defRPr sz="1600"/>
            </a:lvl9pPr>
          </a:lstStyle>
          <a:p xmlns:a="http://schemas.openxmlformats.org/drawingml/2006/main"/>
        </p:txBody>
      </p:sp>
      <p:sp>
        <p:nvSpPr>
          <p:cNvPr id="48" name="Google Shape;48;p7">
            <a:extLst xmlns:a="http://schemas.openxmlformats.org/drawingml/2006/main">
              <a:ext uri="{FF2B5EF4-FFF2-40B4-BE49-F238E27FC236}">
                <a16:creationId xmlns:a16="http://schemas.microsoft.com/office/drawing/2014/main" id="{F081BC7F-7B4A-4209-92B4-571A083CCB7C}"/>
              </a:ext>
            </a:extLst>
          </p:cNvPr>
          <p:cNvSpPr>
            <a:spLocks xmlns:a="http://schemas.openxmlformats.org/drawingml/2006/main" noGrp="1"/>
          </p:cNvSpPr>
          <p:nvPr>
            <p:ph type="body" idx="3"/>
          </p:nvPr>
        </p:nvSpPr>
        <p:spPr>
          <a:xfrm xmlns:a="http://schemas.openxmlformats.org/drawingml/2006/main">
            <a:off x="4645025" y="1535113"/>
            <a:ext cx="4041775" cy="6397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100000"/>
              </a:lnSpc>
              <a:spcBef>
                <a:spcPts val="480"/>
              </a:spcBef>
              <a:spcAft>
                <a:spcPts val="0"/>
              </a:spcAft>
              <a:buClr>
                <a:schemeClr val="dk1"/>
              </a:buClr>
              <a:buSzPts val="2400"/>
              <a:buNone/>
              <a:defRPr sz="2400" b="1"/>
            </a:lvl1pPr>
            <a:lvl2pPr marL="914400" indent="-228600" algn="l">
              <a:lnSpc>
                <a:spcPct val="100000"/>
              </a:lnSpc>
              <a:spcBef>
                <a:spcPts val="400"/>
              </a:spcBef>
              <a:spcAft>
                <a:spcPts val="0"/>
              </a:spcAft>
              <a:buClr>
                <a:schemeClr val="dk1"/>
              </a:buClr>
              <a:buSzPts val="2000"/>
              <a:buNone/>
              <a:defRPr sz="2000" b="1"/>
            </a:lvl2pPr>
            <a:lvl3pPr marL="1371600" indent="-228600" algn="l">
              <a:lnSpc>
                <a:spcPct val="100000"/>
              </a:lnSpc>
              <a:spcBef>
                <a:spcPts val="360"/>
              </a:spcBef>
              <a:spcAft>
                <a:spcPts val="0"/>
              </a:spcAft>
              <a:buClr>
                <a:schemeClr val="dk1"/>
              </a:buClr>
              <a:buSzPts val="1800"/>
              <a:buNone/>
              <a:defRPr sz="1800" b="1"/>
            </a:lvl3pPr>
            <a:lvl4pPr marL="1828800" indent="-228600" algn="l">
              <a:lnSpc>
                <a:spcPct val="100000"/>
              </a:lnSpc>
              <a:spcBef>
                <a:spcPts val="320"/>
              </a:spcBef>
              <a:spcAft>
                <a:spcPts val="0"/>
              </a:spcAft>
              <a:buClr>
                <a:schemeClr val="dk1"/>
              </a:buClr>
              <a:buSzPts val="1600"/>
              <a:buNone/>
              <a:defRPr sz="1600" b="1"/>
            </a:lvl4pPr>
            <a:lvl5pPr marL="2286000" indent="-228600" algn="l">
              <a:lnSpc>
                <a:spcPct val="100000"/>
              </a:lnSpc>
              <a:spcBef>
                <a:spcPts val="320"/>
              </a:spcBef>
              <a:spcAft>
                <a:spcPts val="0"/>
              </a:spcAft>
              <a:buClr>
                <a:schemeClr val="dk1"/>
              </a:buClr>
              <a:buSzPts val="1600"/>
              <a:buNone/>
              <a:defRPr sz="1600" b="1"/>
            </a:lvl5pPr>
            <a:lvl6pPr marL="2743200" indent="-228600" algn="l">
              <a:lnSpc>
                <a:spcPct val="100000"/>
              </a:lnSpc>
              <a:spcBef>
                <a:spcPts val="320"/>
              </a:spcBef>
              <a:spcAft>
                <a:spcPts val="0"/>
              </a:spcAft>
              <a:buClr>
                <a:schemeClr val="dk1"/>
              </a:buClr>
              <a:buSzPts val="1600"/>
              <a:buNone/>
              <a:defRPr sz="1600" b="1"/>
            </a:lvl6pPr>
            <a:lvl7pPr marL="3200400" indent="-228600" algn="l">
              <a:lnSpc>
                <a:spcPct val="100000"/>
              </a:lnSpc>
              <a:spcBef>
                <a:spcPts val="320"/>
              </a:spcBef>
              <a:spcAft>
                <a:spcPts val="0"/>
              </a:spcAft>
              <a:buClr>
                <a:schemeClr val="dk1"/>
              </a:buClr>
              <a:buSzPts val="1600"/>
              <a:buNone/>
              <a:defRPr sz="1600" b="1"/>
            </a:lvl7pPr>
            <a:lvl8pPr marL="3657600" indent="-228600" algn="l">
              <a:lnSpc>
                <a:spcPct val="100000"/>
              </a:lnSpc>
              <a:spcBef>
                <a:spcPts val="320"/>
              </a:spcBef>
              <a:spcAft>
                <a:spcPts val="0"/>
              </a:spcAft>
              <a:buClr>
                <a:schemeClr val="dk1"/>
              </a:buClr>
              <a:buSzPts val="1600"/>
              <a:buNone/>
              <a:defRPr sz="1600" b="1"/>
            </a:lvl8pPr>
            <a:lvl9pPr marL="4114800" indent="-228600" algn="l">
              <a:lnSpc>
                <a:spcPct val="100000"/>
              </a:lnSpc>
              <a:spcBef>
                <a:spcPts val="320"/>
              </a:spcBef>
              <a:spcAft>
                <a:spcPts val="0"/>
              </a:spcAft>
              <a:buClr>
                <a:schemeClr val="dk1"/>
              </a:buClr>
              <a:buSzPts val="1600"/>
              <a:buNone/>
              <a:defRPr sz="1600" b="1"/>
            </a:lvl9pPr>
          </a:lstStyle>
          <a:p xmlns:a="http://schemas.openxmlformats.org/drawingml/2006/main"/>
        </p:txBody>
      </p:sp>
      <p:sp>
        <p:nvSpPr>
          <p:cNvPr id="49" name="Google Shape;49;p7">
            <a:extLst xmlns:a="http://schemas.openxmlformats.org/drawingml/2006/main">
              <a:ext uri="{FF2B5EF4-FFF2-40B4-BE49-F238E27FC236}">
                <a16:creationId xmlns:a16="http://schemas.microsoft.com/office/drawing/2014/main" id="{3D44EB63-6CD2-4952-850F-01DE79571DE0}"/>
              </a:ext>
            </a:extLst>
          </p:cNvPr>
          <p:cNvSpPr>
            <a:spLocks xmlns:a="http://schemas.openxmlformats.org/drawingml/2006/main" noGrp="1"/>
          </p:cNvSpPr>
          <p:nvPr>
            <p:ph type="body" idx="4"/>
          </p:nvPr>
        </p:nvSpPr>
        <p:spPr>
          <a:xfrm xmlns:a="http://schemas.openxmlformats.org/drawingml/2006/main">
            <a:off x="4645025" y="2174875"/>
            <a:ext cx="4041775" cy="39512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lnSpc>
                <a:spcPct val="100000"/>
              </a:lnSpc>
              <a:spcBef>
                <a:spcPts val="480"/>
              </a:spcBef>
              <a:spcAft>
                <a:spcPts val="0"/>
              </a:spcAft>
              <a:buClr>
                <a:schemeClr val="dk1"/>
              </a:buClr>
              <a:buSzPts val="2400"/>
              <a:buChar char="•"/>
              <a:defRPr sz="2400"/>
            </a:lvl1pPr>
            <a:lvl2pPr marL="914400" indent="-355600" algn="l">
              <a:lnSpc>
                <a:spcPct val="100000"/>
              </a:lnSpc>
              <a:spcBef>
                <a:spcPts val="400"/>
              </a:spcBef>
              <a:spcAft>
                <a:spcPts val="0"/>
              </a:spcAft>
              <a:buClr>
                <a:schemeClr val="dk1"/>
              </a:buClr>
              <a:buSzPts val="2000"/>
              <a:buChar char="–"/>
              <a:defRPr sz="2000"/>
            </a:lvl2pPr>
            <a:lvl3pPr marL="1371600" indent="-342900" algn="l">
              <a:lnSpc>
                <a:spcPct val="100000"/>
              </a:lnSpc>
              <a:spcBef>
                <a:spcPts val="360"/>
              </a:spcBef>
              <a:spcAft>
                <a:spcPts val="0"/>
              </a:spcAft>
              <a:buClr>
                <a:schemeClr val="dk1"/>
              </a:buClr>
              <a:buSzPts val="1800"/>
              <a:buChar char="•"/>
              <a:defRPr sz="1800"/>
            </a:lvl3pPr>
            <a:lvl4pPr marL="1828800" indent="-330200" algn="l">
              <a:lnSpc>
                <a:spcPct val="100000"/>
              </a:lnSpc>
              <a:spcBef>
                <a:spcPts val="320"/>
              </a:spcBef>
              <a:spcAft>
                <a:spcPts val="0"/>
              </a:spcAft>
              <a:buClr>
                <a:schemeClr val="dk1"/>
              </a:buClr>
              <a:buSzPts val="1600"/>
              <a:buChar char="–"/>
              <a:defRPr sz="1600"/>
            </a:lvl4pPr>
            <a:lvl5pPr marL="2286000" indent="-330200" algn="l">
              <a:lnSpc>
                <a:spcPct val="100000"/>
              </a:lnSpc>
              <a:spcBef>
                <a:spcPts val="320"/>
              </a:spcBef>
              <a:spcAft>
                <a:spcPts val="0"/>
              </a:spcAft>
              <a:buClr>
                <a:schemeClr val="dk1"/>
              </a:buClr>
              <a:buSzPts val="1600"/>
              <a:buChar char="»"/>
              <a:defRPr sz="1600"/>
            </a:lvl5pPr>
            <a:lvl6pPr marL="2743200" indent="-330200" algn="l">
              <a:lnSpc>
                <a:spcPct val="100000"/>
              </a:lnSpc>
              <a:spcBef>
                <a:spcPts val="320"/>
              </a:spcBef>
              <a:spcAft>
                <a:spcPts val="0"/>
              </a:spcAft>
              <a:buClr>
                <a:schemeClr val="dk1"/>
              </a:buClr>
              <a:buSzPts val="1600"/>
              <a:buChar char="•"/>
              <a:defRPr sz="1600"/>
            </a:lvl6pPr>
            <a:lvl7pPr marL="3200400" indent="-330200" algn="l">
              <a:lnSpc>
                <a:spcPct val="100000"/>
              </a:lnSpc>
              <a:spcBef>
                <a:spcPts val="320"/>
              </a:spcBef>
              <a:spcAft>
                <a:spcPts val="0"/>
              </a:spcAft>
              <a:buClr>
                <a:schemeClr val="dk1"/>
              </a:buClr>
              <a:buSzPts val="1600"/>
              <a:buChar char="•"/>
              <a:defRPr sz="1600"/>
            </a:lvl7pPr>
            <a:lvl8pPr marL="3657600" indent="-330200" algn="l">
              <a:lnSpc>
                <a:spcPct val="100000"/>
              </a:lnSpc>
              <a:spcBef>
                <a:spcPts val="320"/>
              </a:spcBef>
              <a:spcAft>
                <a:spcPts val="0"/>
              </a:spcAft>
              <a:buClr>
                <a:schemeClr val="dk1"/>
              </a:buClr>
              <a:buSzPts val="1600"/>
              <a:buChar char="•"/>
              <a:defRPr sz="1600"/>
            </a:lvl8pPr>
            <a:lvl9pPr marL="4114800" indent="-330200" algn="l">
              <a:lnSpc>
                <a:spcPct val="100000"/>
              </a:lnSpc>
              <a:spcBef>
                <a:spcPts val="320"/>
              </a:spcBef>
              <a:spcAft>
                <a:spcPts val="0"/>
              </a:spcAft>
              <a:buClr>
                <a:schemeClr val="dk1"/>
              </a:buClr>
              <a:buSzPts val="1600"/>
              <a:buChar char="•"/>
              <a:defRPr sz="1600"/>
            </a:lvl9pPr>
          </a:lstStyle>
          <a:p xmlns:a="http://schemas.openxmlformats.org/drawingml/2006/main"/>
        </p:txBody>
      </p:sp>
      <p:sp>
        <p:nvSpPr>
          <p:cNvPr id="50" name="Google Shape;50;p7">
            <a:extLst xmlns:a="http://schemas.openxmlformats.org/drawingml/2006/main">
              <a:ext uri="{FF2B5EF4-FFF2-40B4-BE49-F238E27FC236}">
                <a16:creationId xmlns:a16="http://schemas.microsoft.com/office/drawing/2014/main" id="{774BFF68-363B-4483-8A5A-ED155002B1FC}"/>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1" name="Google Shape;51;p7">
            <a:extLst xmlns:a="http://schemas.openxmlformats.org/drawingml/2006/main">
              <a:ext uri="{FF2B5EF4-FFF2-40B4-BE49-F238E27FC236}">
                <a16:creationId xmlns:a16="http://schemas.microsoft.com/office/drawing/2014/main" id="{30403209-7D49-4ED4-B179-4B75D883143D}"/>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2" name="Google Shape;52;p7">
            <a:extLst xmlns:a="http://schemas.openxmlformats.org/drawingml/2006/main">
              <a:ext uri="{FF2B5EF4-FFF2-40B4-BE49-F238E27FC236}">
                <a16:creationId xmlns:a16="http://schemas.microsoft.com/office/drawing/2014/main" id="{4246CAD5-267C-400C-B39E-922F5B2D5E0A}"/>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a:lvl1pPr>
            <a:lvl2pPr marL="0" marR="0" indent="0" algn="r">
              <a:lnSpc>
                <a:spcPct val="100000"/>
              </a:lnSpc>
              <a:spcBef>
                <a:spcPts val="0"/>
              </a:spcBef>
              <a:spcAft>
                <a:spcPts val="0"/>
              </a:spcAft>
              <a:buClr>
                <a:srgbClr val="000000"/>
              </a:buClr>
              <a:buSzPts val="1200"/>
              <a:buFont typeface="Arial"/>
              <a:buNone/>
              <a:defRPr/>
            </a:lvl2pPr>
            <a:lvl3pPr marL="0" marR="0" indent="0" algn="r">
              <a:lnSpc>
                <a:spcPct val="100000"/>
              </a:lnSpc>
              <a:spcBef>
                <a:spcPts val="0"/>
              </a:spcBef>
              <a:spcAft>
                <a:spcPts val="0"/>
              </a:spcAft>
              <a:buClr>
                <a:srgbClr val="000000"/>
              </a:buClr>
              <a:buSzPts val="1200"/>
              <a:buFont typeface="Arial"/>
              <a:buNone/>
              <a:defRPr/>
            </a:lvl3pPr>
            <a:lvl4pPr marL="0" marR="0" indent="0" algn="r">
              <a:lnSpc>
                <a:spcPct val="100000"/>
              </a:lnSpc>
              <a:spcBef>
                <a:spcPts val="0"/>
              </a:spcBef>
              <a:spcAft>
                <a:spcPts val="0"/>
              </a:spcAft>
              <a:buClr>
                <a:srgbClr val="000000"/>
              </a:buClr>
              <a:buSzPts val="1200"/>
              <a:buFont typeface="Arial"/>
              <a:buNone/>
              <a:defRPr/>
            </a:lvl4pPr>
            <a:lvl5pPr marL="0" marR="0" indent="0" algn="r">
              <a:lnSpc>
                <a:spcPct val="100000"/>
              </a:lnSpc>
              <a:spcBef>
                <a:spcPts val="0"/>
              </a:spcBef>
              <a:spcAft>
                <a:spcPts val="0"/>
              </a:spcAft>
              <a:buClr>
                <a:srgbClr val="000000"/>
              </a:buClr>
              <a:buSzPts val="1200"/>
              <a:buFont typeface="Arial"/>
              <a:buNone/>
              <a:defRPr/>
            </a:lvl5pPr>
            <a:lvl6pPr marL="0" marR="0" indent="0" algn="r">
              <a:lnSpc>
                <a:spcPct val="100000"/>
              </a:lnSpc>
              <a:spcBef>
                <a:spcPts val="0"/>
              </a:spcBef>
              <a:spcAft>
                <a:spcPts val="0"/>
              </a:spcAft>
              <a:buClr>
                <a:srgbClr val="000000"/>
              </a:buClr>
              <a:buSzPts val="1200"/>
              <a:buFont typeface="Arial"/>
              <a:buNone/>
              <a:defRPr/>
            </a:lvl6pPr>
            <a:lvl7pPr marL="0" marR="0" indent="0" algn="r">
              <a:lnSpc>
                <a:spcPct val="100000"/>
              </a:lnSpc>
              <a:spcBef>
                <a:spcPts val="0"/>
              </a:spcBef>
              <a:spcAft>
                <a:spcPts val="0"/>
              </a:spcAft>
              <a:buClr>
                <a:srgbClr val="000000"/>
              </a:buClr>
              <a:buSzPts val="1200"/>
              <a:buFont typeface="Arial"/>
              <a:buNone/>
              <a:defRPr/>
            </a:lvl7pPr>
            <a:lvl8pPr marL="0" marR="0" indent="0" algn="r">
              <a:lnSpc>
                <a:spcPct val="100000"/>
              </a:lnSpc>
              <a:spcBef>
                <a:spcPts val="0"/>
              </a:spcBef>
              <a:spcAft>
                <a:spcPts val="0"/>
              </a:spcAft>
              <a:buClr>
                <a:srgbClr val="000000"/>
              </a:buClr>
              <a:buSzPts val="1200"/>
              <a:buFont typeface="Arial"/>
              <a:buNone/>
              <a:defRPr/>
            </a:lvl8pPr>
            <a:lvl9pPr marL="0" marR="0" indent="0" algn="r">
              <a:lnSpc>
                <a:spcPct val="100000"/>
              </a:lnSpc>
              <a:spcBef>
                <a:spcPts val="0"/>
              </a:spcBef>
              <a:spcAft>
                <a:spcPts val="0"/>
              </a:spcAft>
              <a:buClr>
                <a:srgbClr val="000000"/>
              </a:buClr>
              <a:buSzPts val="1200"/>
              <a:buFont typeface="Arial"/>
              <a:buNone/>
              <a:defRPr/>
            </a:lvl9pPr>
          </a:lstStyle>
          <a:p xmlns:a="http://schemas.openxmlformats.org/drawingml/2006/main">
            <a:pPr marL="0" lvl="0" indent="0" algn="r">
              <a:spcBef>
                <a:spcPts val="0"/>
              </a:spcBef>
              <a:spcAft>
                <a:spcPts val="0"/>
              </a:spcAft>
              <a:buNone/>
            </a:pPr>
            <a:fld id="{00000000-1234-1234-1234-123412341234}" type="slidenum">
              <a:t>‹#›</a:t>
            </a:fld>
            <a:endParaRPr sz="1200" b="0" i="0" u="none" strike="noStrike" cap="none">
              <a:solidFill>
                <a:srgbClr val="888888"/>
              </a:solidFill>
              <a:latin typeface="Calibri"/>
              <a:ea typeface="Calibri"/>
              <a:cs typeface="Calibri"/>
            </a:endParaRPr>
          </a:p>
        </p:txBody>
      </p:sp>
    </p:spTree>
  </p:cSld>
</p:sldLayout>
</file>

<file path=ppt/slideLayouts/slideLayout7.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9CA14708-75FE-42A8-B73F-49244C87772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5" name="Google Shape;55;p8">
            <a:extLst xmlns:a="http://schemas.openxmlformats.org/drawingml/2006/main">
              <a:ext uri="{FF2B5EF4-FFF2-40B4-BE49-F238E27FC236}">
                <a16:creationId xmlns:a16="http://schemas.microsoft.com/office/drawing/2014/main" id="{1B67E7F8-7510-414D-98D1-D43A6129A5E5}"/>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6" name="Google Shape;56;p8">
            <a:extLst xmlns:a="http://schemas.openxmlformats.org/drawingml/2006/main">
              <a:ext uri="{FF2B5EF4-FFF2-40B4-BE49-F238E27FC236}">
                <a16:creationId xmlns:a16="http://schemas.microsoft.com/office/drawing/2014/main" id="{1B8EB864-B717-4070-9243-CC30AEC09EEA}"/>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7" name="Google Shape;57;p8">
            <a:extLst xmlns:a="http://schemas.openxmlformats.org/drawingml/2006/main">
              <a:ext uri="{FF2B5EF4-FFF2-40B4-BE49-F238E27FC236}">
                <a16:creationId xmlns:a16="http://schemas.microsoft.com/office/drawing/2014/main" id="{70B0DCCA-5578-49BC-A75F-E2476C9A403C}"/>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a:lvl1pPr>
            <a:lvl2pPr marL="0" marR="0" indent="0" algn="r">
              <a:lnSpc>
                <a:spcPct val="100000"/>
              </a:lnSpc>
              <a:spcBef>
                <a:spcPts val="0"/>
              </a:spcBef>
              <a:spcAft>
                <a:spcPts val="0"/>
              </a:spcAft>
              <a:buClr>
                <a:srgbClr val="000000"/>
              </a:buClr>
              <a:buSzPts val="1200"/>
              <a:buFont typeface="Arial"/>
              <a:buNone/>
              <a:defRPr/>
            </a:lvl2pPr>
            <a:lvl3pPr marL="0" marR="0" indent="0" algn="r">
              <a:lnSpc>
                <a:spcPct val="100000"/>
              </a:lnSpc>
              <a:spcBef>
                <a:spcPts val="0"/>
              </a:spcBef>
              <a:spcAft>
                <a:spcPts val="0"/>
              </a:spcAft>
              <a:buClr>
                <a:srgbClr val="000000"/>
              </a:buClr>
              <a:buSzPts val="1200"/>
              <a:buFont typeface="Arial"/>
              <a:buNone/>
              <a:defRPr/>
            </a:lvl3pPr>
            <a:lvl4pPr marL="0" marR="0" indent="0" algn="r">
              <a:lnSpc>
                <a:spcPct val="100000"/>
              </a:lnSpc>
              <a:spcBef>
                <a:spcPts val="0"/>
              </a:spcBef>
              <a:spcAft>
                <a:spcPts val="0"/>
              </a:spcAft>
              <a:buClr>
                <a:srgbClr val="000000"/>
              </a:buClr>
              <a:buSzPts val="1200"/>
              <a:buFont typeface="Arial"/>
              <a:buNone/>
              <a:defRPr/>
            </a:lvl4pPr>
            <a:lvl5pPr marL="0" marR="0" indent="0" algn="r">
              <a:lnSpc>
                <a:spcPct val="100000"/>
              </a:lnSpc>
              <a:spcBef>
                <a:spcPts val="0"/>
              </a:spcBef>
              <a:spcAft>
                <a:spcPts val="0"/>
              </a:spcAft>
              <a:buClr>
                <a:srgbClr val="000000"/>
              </a:buClr>
              <a:buSzPts val="1200"/>
              <a:buFont typeface="Arial"/>
              <a:buNone/>
              <a:defRPr/>
            </a:lvl5pPr>
            <a:lvl6pPr marL="0" marR="0" indent="0" algn="r">
              <a:lnSpc>
                <a:spcPct val="100000"/>
              </a:lnSpc>
              <a:spcBef>
                <a:spcPts val="0"/>
              </a:spcBef>
              <a:spcAft>
                <a:spcPts val="0"/>
              </a:spcAft>
              <a:buClr>
                <a:srgbClr val="000000"/>
              </a:buClr>
              <a:buSzPts val="1200"/>
              <a:buFont typeface="Arial"/>
              <a:buNone/>
              <a:defRPr/>
            </a:lvl6pPr>
            <a:lvl7pPr marL="0" marR="0" indent="0" algn="r">
              <a:lnSpc>
                <a:spcPct val="100000"/>
              </a:lnSpc>
              <a:spcBef>
                <a:spcPts val="0"/>
              </a:spcBef>
              <a:spcAft>
                <a:spcPts val="0"/>
              </a:spcAft>
              <a:buClr>
                <a:srgbClr val="000000"/>
              </a:buClr>
              <a:buSzPts val="1200"/>
              <a:buFont typeface="Arial"/>
              <a:buNone/>
              <a:defRPr/>
            </a:lvl7pPr>
            <a:lvl8pPr marL="0" marR="0" indent="0" algn="r">
              <a:lnSpc>
                <a:spcPct val="100000"/>
              </a:lnSpc>
              <a:spcBef>
                <a:spcPts val="0"/>
              </a:spcBef>
              <a:spcAft>
                <a:spcPts val="0"/>
              </a:spcAft>
              <a:buClr>
                <a:srgbClr val="000000"/>
              </a:buClr>
              <a:buSzPts val="1200"/>
              <a:buFont typeface="Arial"/>
              <a:buNone/>
              <a:defRPr/>
            </a:lvl8pPr>
            <a:lvl9pPr marL="0" marR="0" indent="0" algn="r">
              <a:lnSpc>
                <a:spcPct val="100000"/>
              </a:lnSpc>
              <a:spcBef>
                <a:spcPts val="0"/>
              </a:spcBef>
              <a:spcAft>
                <a:spcPts val="0"/>
              </a:spcAft>
              <a:buClr>
                <a:srgbClr val="000000"/>
              </a:buClr>
              <a:buSzPts val="1200"/>
              <a:buFont typeface="Arial"/>
              <a:buNone/>
              <a:defRPr/>
            </a:lvl9pPr>
          </a:lstStyle>
          <a:p xmlns:a="http://schemas.openxmlformats.org/drawingml/2006/main">
            <a:pPr marL="0" lvl="0" indent="0" algn="r">
              <a:spcBef>
                <a:spcPts val="0"/>
              </a:spcBef>
              <a:spcAft>
                <a:spcPts val="0"/>
              </a:spcAft>
              <a:buNone/>
            </a:pPr>
            <a:fld id="{00000000-1234-1234-1234-123412341234}" type="slidenum">
              <a:t>‹#›</a:t>
            </a:fld>
            <a:endParaRPr sz="1200" b="0" i="0" u="none" strike="noStrike" cap="none">
              <a:solidFill>
                <a:srgbClr val="888888"/>
              </a:solidFill>
              <a:latin typeface="Calibri"/>
              <a:ea typeface="Calibri"/>
              <a:cs typeface="Calibri"/>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59" name="Google Shape;59;p9">
            <a:extLst xmlns:a="http://schemas.openxmlformats.org/drawingml/2006/main">
              <a:ext uri="{FF2B5EF4-FFF2-40B4-BE49-F238E27FC236}">
                <a16:creationId xmlns:a16="http://schemas.microsoft.com/office/drawing/2014/main" id="{4D1B31F1-6A86-490D-A7DC-64B049B1D45E}"/>
              </a:ext>
            </a:extLst>
          </p:cNvPr>
          <p:cNvSpPr>
            <a:spLocks xmlns:a="http://schemas.openxmlformats.org/drawingml/2006/main" noGrp="1"/>
          </p:cNvSpPr>
          <p:nvPr>
            <p:ph type="title" idx="0"/>
          </p:nvPr>
        </p:nvSpPr>
        <p:spPr>
          <a:xfrm xmlns:a="http://schemas.openxmlformats.org/drawingml/2006/main">
            <a:off x="457200" y="273050"/>
            <a:ext cx="3008313"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100000"/>
              </a:lnSpc>
              <a:spcBef>
                <a:spcPts val="0"/>
              </a:spcBef>
              <a:spcAft>
                <a:spcPts val="0"/>
              </a:spcAft>
              <a:buClr>
                <a:schemeClr val="dk1"/>
              </a:buClr>
              <a:buSzPts val="2000"/>
              <a:buFont typeface="Calibri"/>
              <a:buNone/>
              <a:defRPr sz="2000" b="1"/>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0" name="Google Shape;60;p9">
            <a:extLst xmlns:a="http://schemas.openxmlformats.org/drawingml/2006/main">
              <a:ext uri="{FF2B5EF4-FFF2-40B4-BE49-F238E27FC236}">
                <a16:creationId xmlns:a16="http://schemas.microsoft.com/office/drawing/2014/main" id="{1C1598CE-ABF9-4D31-936C-C3C72738326E}"/>
              </a:ext>
            </a:extLst>
          </p:cNvPr>
          <p:cNvSpPr>
            <a:spLocks xmlns:a="http://schemas.openxmlformats.org/drawingml/2006/main" noGrp="1"/>
          </p:cNvSpPr>
          <p:nvPr>
            <p:ph type="body" idx="1"/>
          </p:nvPr>
        </p:nvSpPr>
        <p:spPr>
          <a:xfrm xmlns:a="http://schemas.openxmlformats.org/drawingml/2006/main">
            <a:off x="3575050" y="273050"/>
            <a:ext cx="5111750" cy="585311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lnSpc>
                <a:spcPct val="100000"/>
              </a:lnSpc>
              <a:spcBef>
                <a:spcPts val="640"/>
              </a:spcBef>
              <a:spcAft>
                <a:spcPts val="0"/>
              </a:spcAft>
              <a:buClr>
                <a:schemeClr val="dk1"/>
              </a:buClr>
              <a:buSzPts val="3200"/>
              <a:buChar char="•"/>
              <a:defRPr sz="3200"/>
            </a:lvl1pPr>
            <a:lvl2pPr marL="914400" indent="-406400" algn="l">
              <a:lnSpc>
                <a:spcPct val="100000"/>
              </a:lnSpc>
              <a:spcBef>
                <a:spcPts val="560"/>
              </a:spcBef>
              <a:spcAft>
                <a:spcPts val="0"/>
              </a:spcAft>
              <a:buClr>
                <a:schemeClr val="dk1"/>
              </a:buClr>
              <a:buSzPts val="2800"/>
              <a:buChar char="–"/>
              <a:defRPr sz="2800"/>
            </a:lvl2pPr>
            <a:lvl3pPr marL="1371600" indent="-381000" algn="l">
              <a:lnSpc>
                <a:spcPct val="100000"/>
              </a:lnSpc>
              <a:spcBef>
                <a:spcPts val="480"/>
              </a:spcBef>
              <a:spcAft>
                <a:spcPts val="0"/>
              </a:spcAft>
              <a:buClr>
                <a:schemeClr val="dk1"/>
              </a:buClr>
              <a:buSzPts val="2400"/>
              <a:buChar char="•"/>
              <a:defRPr sz="2400"/>
            </a:lvl3pPr>
            <a:lvl4pPr marL="1828800" indent="-355600" algn="l">
              <a:lnSpc>
                <a:spcPct val="100000"/>
              </a:lnSpc>
              <a:spcBef>
                <a:spcPts val="400"/>
              </a:spcBef>
              <a:spcAft>
                <a:spcPts val="0"/>
              </a:spcAft>
              <a:buClr>
                <a:schemeClr val="dk1"/>
              </a:buClr>
              <a:buSzPts val="2000"/>
              <a:buChar char="–"/>
              <a:defRPr sz="2000"/>
            </a:lvl4pPr>
            <a:lvl5pPr marL="2286000" indent="-355600" algn="l">
              <a:lnSpc>
                <a:spcPct val="100000"/>
              </a:lnSpc>
              <a:spcBef>
                <a:spcPts val="400"/>
              </a:spcBef>
              <a:spcAft>
                <a:spcPts val="0"/>
              </a:spcAft>
              <a:buClr>
                <a:schemeClr val="dk1"/>
              </a:buClr>
              <a:buSzPts val="2000"/>
              <a:buChar char="»"/>
              <a:defRPr sz="2000"/>
            </a:lvl5pPr>
            <a:lvl6pPr marL="2743200" indent="-355600" algn="l">
              <a:lnSpc>
                <a:spcPct val="100000"/>
              </a:lnSpc>
              <a:spcBef>
                <a:spcPts val="400"/>
              </a:spcBef>
              <a:spcAft>
                <a:spcPts val="0"/>
              </a:spcAft>
              <a:buClr>
                <a:schemeClr val="dk1"/>
              </a:buClr>
              <a:buSzPts val="2000"/>
              <a:buChar char="•"/>
              <a:defRPr sz="2000"/>
            </a:lvl6pPr>
            <a:lvl7pPr marL="3200400" indent="-355600" algn="l">
              <a:lnSpc>
                <a:spcPct val="100000"/>
              </a:lnSpc>
              <a:spcBef>
                <a:spcPts val="400"/>
              </a:spcBef>
              <a:spcAft>
                <a:spcPts val="0"/>
              </a:spcAft>
              <a:buClr>
                <a:schemeClr val="dk1"/>
              </a:buClr>
              <a:buSzPts val="2000"/>
              <a:buChar char="•"/>
              <a:defRPr sz="2000"/>
            </a:lvl7pPr>
            <a:lvl8pPr marL="3657600" indent="-355600" algn="l">
              <a:lnSpc>
                <a:spcPct val="100000"/>
              </a:lnSpc>
              <a:spcBef>
                <a:spcPts val="400"/>
              </a:spcBef>
              <a:spcAft>
                <a:spcPts val="0"/>
              </a:spcAft>
              <a:buClr>
                <a:schemeClr val="dk1"/>
              </a:buClr>
              <a:buSzPts val="2000"/>
              <a:buChar char="•"/>
              <a:defRPr sz="2000"/>
            </a:lvl8pPr>
            <a:lvl9pPr marL="4114800" indent="-355600" algn="l">
              <a:lnSpc>
                <a:spcPct val="100000"/>
              </a:lnSpc>
              <a:spcBef>
                <a:spcPts val="400"/>
              </a:spcBef>
              <a:spcAft>
                <a:spcPts val="0"/>
              </a:spcAft>
              <a:buClr>
                <a:schemeClr val="dk1"/>
              </a:buClr>
              <a:buSzPts val="2000"/>
              <a:buChar char="•"/>
              <a:defRPr sz="2000"/>
            </a:lvl9pPr>
          </a:lstStyle>
          <a:p xmlns:a="http://schemas.openxmlformats.org/drawingml/2006/main"/>
        </p:txBody>
      </p:sp>
      <p:sp>
        <p:nvSpPr>
          <p:cNvPr id="61" name="Google Shape;61;p9">
            <a:extLst xmlns:a="http://schemas.openxmlformats.org/drawingml/2006/main">
              <a:ext uri="{FF2B5EF4-FFF2-40B4-BE49-F238E27FC236}">
                <a16:creationId xmlns:a16="http://schemas.microsoft.com/office/drawing/2014/main" id="{6D93F0FB-1573-472C-B6B3-CFCD9E9BEAD8}"/>
              </a:ext>
            </a:extLst>
          </p:cNvPr>
          <p:cNvSpPr>
            <a:spLocks xmlns:a="http://schemas.openxmlformats.org/drawingml/2006/main" noGrp="1"/>
          </p:cNvSpPr>
          <p:nvPr>
            <p:ph type="body" idx="2"/>
          </p:nvPr>
        </p:nvSpPr>
        <p:spPr>
          <a:xfrm xmlns:a="http://schemas.openxmlformats.org/drawingml/2006/main">
            <a:off x="457200" y="1435100"/>
            <a:ext cx="3008313" cy="46910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280"/>
              </a:spcBef>
              <a:spcAft>
                <a:spcPts val="0"/>
              </a:spcAft>
              <a:buClr>
                <a:schemeClr val="dk1"/>
              </a:buClr>
              <a:buSzPts val="1400"/>
              <a:buNone/>
              <a:defRPr sz="1400"/>
            </a:lvl1pPr>
            <a:lvl2pPr marL="914400" indent="-228600" algn="l">
              <a:lnSpc>
                <a:spcPct val="100000"/>
              </a:lnSpc>
              <a:spcBef>
                <a:spcPts val="240"/>
              </a:spcBef>
              <a:spcAft>
                <a:spcPts val="0"/>
              </a:spcAft>
              <a:buClr>
                <a:schemeClr val="dk1"/>
              </a:buClr>
              <a:buSzPts val="1200"/>
              <a:buNone/>
              <a:defRPr sz="1200"/>
            </a:lvl2pPr>
            <a:lvl3pPr marL="1371600" indent="-228600" algn="l">
              <a:lnSpc>
                <a:spcPct val="100000"/>
              </a:lnSpc>
              <a:spcBef>
                <a:spcPts val="200"/>
              </a:spcBef>
              <a:spcAft>
                <a:spcPts val="0"/>
              </a:spcAft>
              <a:buClr>
                <a:schemeClr val="dk1"/>
              </a:buClr>
              <a:buSzPts val="1000"/>
              <a:buNone/>
              <a:defRPr sz="1000"/>
            </a:lvl3pPr>
            <a:lvl4pPr marL="1828800" indent="-228600" algn="l">
              <a:lnSpc>
                <a:spcPct val="100000"/>
              </a:lnSpc>
              <a:spcBef>
                <a:spcPts val="180"/>
              </a:spcBef>
              <a:spcAft>
                <a:spcPts val="0"/>
              </a:spcAft>
              <a:buClr>
                <a:schemeClr val="dk1"/>
              </a:buClr>
              <a:buSzPts val="900"/>
              <a:buNone/>
              <a:defRPr sz="900"/>
            </a:lvl4pPr>
            <a:lvl5pPr marL="2286000" indent="-228600" algn="l">
              <a:lnSpc>
                <a:spcPct val="100000"/>
              </a:lnSpc>
              <a:spcBef>
                <a:spcPts val="180"/>
              </a:spcBef>
              <a:spcAft>
                <a:spcPts val="0"/>
              </a:spcAft>
              <a:buClr>
                <a:schemeClr val="dk1"/>
              </a:buClr>
              <a:buSzPts val="900"/>
              <a:buNone/>
              <a:defRPr sz="900"/>
            </a:lvl5pPr>
            <a:lvl6pPr marL="2743200" indent="-228600" algn="l">
              <a:lnSpc>
                <a:spcPct val="100000"/>
              </a:lnSpc>
              <a:spcBef>
                <a:spcPts val="180"/>
              </a:spcBef>
              <a:spcAft>
                <a:spcPts val="0"/>
              </a:spcAft>
              <a:buClr>
                <a:schemeClr val="dk1"/>
              </a:buClr>
              <a:buSzPts val="900"/>
              <a:buNone/>
              <a:defRPr sz="900"/>
            </a:lvl6pPr>
            <a:lvl7pPr marL="3200400" indent="-228600" algn="l">
              <a:lnSpc>
                <a:spcPct val="100000"/>
              </a:lnSpc>
              <a:spcBef>
                <a:spcPts val="180"/>
              </a:spcBef>
              <a:spcAft>
                <a:spcPts val="0"/>
              </a:spcAft>
              <a:buClr>
                <a:schemeClr val="dk1"/>
              </a:buClr>
              <a:buSzPts val="900"/>
              <a:buNone/>
              <a:defRPr sz="900"/>
            </a:lvl7pPr>
            <a:lvl8pPr marL="3657600" indent="-228600" algn="l">
              <a:lnSpc>
                <a:spcPct val="100000"/>
              </a:lnSpc>
              <a:spcBef>
                <a:spcPts val="180"/>
              </a:spcBef>
              <a:spcAft>
                <a:spcPts val="0"/>
              </a:spcAft>
              <a:buClr>
                <a:schemeClr val="dk1"/>
              </a:buClr>
              <a:buSzPts val="900"/>
              <a:buNone/>
              <a:defRPr sz="900"/>
            </a:lvl8pPr>
            <a:lvl9pPr marL="4114800" indent="-228600" algn="l">
              <a:lnSpc>
                <a:spcPct val="100000"/>
              </a:lnSpc>
              <a:spcBef>
                <a:spcPts val="180"/>
              </a:spcBef>
              <a:spcAft>
                <a:spcPts val="0"/>
              </a:spcAft>
              <a:buClr>
                <a:schemeClr val="dk1"/>
              </a:buClr>
              <a:buSzPts val="900"/>
              <a:buNone/>
              <a:defRPr sz="900"/>
            </a:lvl9pPr>
          </a:lstStyle>
          <a:p xmlns:a="http://schemas.openxmlformats.org/drawingml/2006/main"/>
        </p:txBody>
      </p:sp>
      <p:sp>
        <p:nvSpPr>
          <p:cNvPr id="62" name="Google Shape;62;p9">
            <a:extLst xmlns:a="http://schemas.openxmlformats.org/drawingml/2006/main">
              <a:ext uri="{FF2B5EF4-FFF2-40B4-BE49-F238E27FC236}">
                <a16:creationId xmlns:a16="http://schemas.microsoft.com/office/drawing/2014/main" id="{D7578106-4D15-42E2-9626-85A7D1776A96}"/>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3" name="Google Shape;63;p9">
            <a:extLst xmlns:a="http://schemas.openxmlformats.org/drawingml/2006/main">
              <a:ext uri="{FF2B5EF4-FFF2-40B4-BE49-F238E27FC236}">
                <a16:creationId xmlns:a16="http://schemas.microsoft.com/office/drawing/2014/main" id="{C9EA2C4F-860A-43B6-A1BC-2F08E1AD448D}"/>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4" name="Google Shape;64;p9">
            <a:extLst xmlns:a="http://schemas.openxmlformats.org/drawingml/2006/main">
              <a:ext uri="{FF2B5EF4-FFF2-40B4-BE49-F238E27FC236}">
                <a16:creationId xmlns:a16="http://schemas.microsoft.com/office/drawing/2014/main" id="{C8FCC5D1-376D-4206-B746-C8E75B71B01F}"/>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a:lvl1pPr>
            <a:lvl2pPr marL="0" marR="0" indent="0" algn="r">
              <a:lnSpc>
                <a:spcPct val="100000"/>
              </a:lnSpc>
              <a:spcBef>
                <a:spcPts val="0"/>
              </a:spcBef>
              <a:spcAft>
                <a:spcPts val="0"/>
              </a:spcAft>
              <a:buClr>
                <a:srgbClr val="000000"/>
              </a:buClr>
              <a:buSzPts val="1200"/>
              <a:buFont typeface="Arial"/>
              <a:buNone/>
              <a:defRPr/>
            </a:lvl2pPr>
            <a:lvl3pPr marL="0" marR="0" indent="0" algn="r">
              <a:lnSpc>
                <a:spcPct val="100000"/>
              </a:lnSpc>
              <a:spcBef>
                <a:spcPts val="0"/>
              </a:spcBef>
              <a:spcAft>
                <a:spcPts val="0"/>
              </a:spcAft>
              <a:buClr>
                <a:srgbClr val="000000"/>
              </a:buClr>
              <a:buSzPts val="1200"/>
              <a:buFont typeface="Arial"/>
              <a:buNone/>
              <a:defRPr/>
            </a:lvl3pPr>
            <a:lvl4pPr marL="0" marR="0" indent="0" algn="r">
              <a:lnSpc>
                <a:spcPct val="100000"/>
              </a:lnSpc>
              <a:spcBef>
                <a:spcPts val="0"/>
              </a:spcBef>
              <a:spcAft>
                <a:spcPts val="0"/>
              </a:spcAft>
              <a:buClr>
                <a:srgbClr val="000000"/>
              </a:buClr>
              <a:buSzPts val="1200"/>
              <a:buFont typeface="Arial"/>
              <a:buNone/>
              <a:defRPr/>
            </a:lvl4pPr>
            <a:lvl5pPr marL="0" marR="0" indent="0" algn="r">
              <a:lnSpc>
                <a:spcPct val="100000"/>
              </a:lnSpc>
              <a:spcBef>
                <a:spcPts val="0"/>
              </a:spcBef>
              <a:spcAft>
                <a:spcPts val="0"/>
              </a:spcAft>
              <a:buClr>
                <a:srgbClr val="000000"/>
              </a:buClr>
              <a:buSzPts val="1200"/>
              <a:buFont typeface="Arial"/>
              <a:buNone/>
              <a:defRPr/>
            </a:lvl5pPr>
            <a:lvl6pPr marL="0" marR="0" indent="0" algn="r">
              <a:lnSpc>
                <a:spcPct val="100000"/>
              </a:lnSpc>
              <a:spcBef>
                <a:spcPts val="0"/>
              </a:spcBef>
              <a:spcAft>
                <a:spcPts val="0"/>
              </a:spcAft>
              <a:buClr>
                <a:srgbClr val="000000"/>
              </a:buClr>
              <a:buSzPts val="1200"/>
              <a:buFont typeface="Arial"/>
              <a:buNone/>
              <a:defRPr/>
            </a:lvl6pPr>
            <a:lvl7pPr marL="0" marR="0" indent="0" algn="r">
              <a:lnSpc>
                <a:spcPct val="100000"/>
              </a:lnSpc>
              <a:spcBef>
                <a:spcPts val="0"/>
              </a:spcBef>
              <a:spcAft>
                <a:spcPts val="0"/>
              </a:spcAft>
              <a:buClr>
                <a:srgbClr val="000000"/>
              </a:buClr>
              <a:buSzPts val="1200"/>
              <a:buFont typeface="Arial"/>
              <a:buNone/>
              <a:defRPr/>
            </a:lvl7pPr>
            <a:lvl8pPr marL="0" marR="0" indent="0" algn="r">
              <a:lnSpc>
                <a:spcPct val="100000"/>
              </a:lnSpc>
              <a:spcBef>
                <a:spcPts val="0"/>
              </a:spcBef>
              <a:spcAft>
                <a:spcPts val="0"/>
              </a:spcAft>
              <a:buClr>
                <a:srgbClr val="000000"/>
              </a:buClr>
              <a:buSzPts val="1200"/>
              <a:buFont typeface="Arial"/>
              <a:buNone/>
              <a:defRPr/>
            </a:lvl8pPr>
            <a:lvl9pPr marL="0" marR="0" indent="0" algn="r">
              <a:lnSpc>
                <a:spcPct val="100000"/>
              </a:lnSpc>
              <a:spcBef>
                <a:spcPts val="0"/>
              </a:spcBef>
              <a:spcAft>
                <a:spcPts val="0"/>
              </a:spcAft>
              <a:buClr>
                <a:srgbClr val="000000"/>
              </a:buClr>
              <a:buSzPts val="1200"/>
              <a:buFont typeface="Arial"/>
              <a:buNone/>
              <a:defRPr/>
            </a:lvl9pPr>
          </a:lstStyle>
          <a:p xmlns:a="http://schemas.openxmlformats.org/drawingml/2006/main">
            <a:pPr marL="0" lvl="0" indent="0" algn="r">
              <a:spcBef>
                <a:spcPts val="0"/>
              </a:spcBef>
              <a:spcAft>
                <a:spcPts val="0"/>
              </a:spcAft>
              <a:buNone/>
            </a:pPr>
            <a:fld id="{00000000-1234-1234-1234-123412341234}" type="slidenum">
              <a:t>‹#›</a:t>
            </a:fld>
            <a:endParaRPr sz="1200" b="0" i="0" u="none" strike="noStrike" cap="none">
              <a:solidFill>
                <a:srgbClr val="888888"/>
              </a:solidFill>
              <a:latin typeface="Calibri"/>
              <a:ea typeface="Calibri"/>
              <a:cs typeface="Calibri"/>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66" name="Google Shape;66;p10">
            <a:extLst xmlns:a="http://schemas.openxmlformats.org/drawingml/2006/main">
              <a:ext uri="{FF2B5EF4-FFF2-40B4-BE49-F238E27FC236}">
                <a16:creationId xmlns:a16="http://schemas.microsoft.com/office/drawing/2014/main" id="{025C54C0-067E-4BD0-9D7F-77CA9C45D914}"/>
              </a:ext>
            </a:extLst>
          </p:cNvPr>
          <p:cNvSpPr>
            <a:spLocks xmlns:a="http://schemas.openxmlformats.org/drawingml/2006/main" noGrp="1"/>
          </p:cNvSpPr>
          <p:nvPr>
            <p:ph type="title" idx="0"/>
          </p:nvPr>
        </p:nvSpPr>
        <p:spPr>
          <a:xfrm xmlns:a="http://schemas.openxmlformats.org/drawingml/2006/main">
            <a:off x="1792288" y="4800600"/>
            <a:ext cx="5486400" cy="56673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100000"/>
              </a:lnSpc>
              <a:spcBef>
                <a:spcPts val="0"/>
              </a:spcBef>
              <a:spcAft>
                <a:spcPts val="0"/>
              </a:spcAft>
              <a:buClr>
                <a:schemeClr val="dk1"/>
              </a:buClr>
              <a:buSzPts val="2000"/>
              <a:buFont typeface="Calibri"/>
              <a:buNone/>
              <a:defRPr sz="2000" b="1"/>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7" name="Google Shape;67;p10">
            <a:extLst xmlns:a="http://schemas.openxmlformats.org/drawingml/2006/main">
              <a:ext uri="{FF2B5EF4-FFF2-40B4-BE49-F238E27FC236}">
                <a16:creationId xmlns:a16="http://schemas.microsoft.com/office/drawing/2014/main" id="{4355129B-4967-424B-AFF1-72661E132CE7}"/>
              </a:ext>
            </a:extLst>
          </p:cNvPr>
          <p:cNvSpPr>
            <a:spLocks xmlns:a="http://schemas.openxmlformats.org/drawingml/2006/main" noGrp="1"/>
          </p:cNvSpPr>
          <p:nvPr>
            <p:ph type="pic" idx="2"/>
          </p:nvPr>
        </p:nvSpPr>
        <p:spPr>
          <a:xfrm xmlns:a="http://schemas.openxmlformats.org/drawingml/2006/main">
            <a:off x="1792288" y="612775"/>
            <a:ext cx="5486400" cy="4114800"/>
          </a:xfrm>
          <a:prstGeom xmlns:a="http://schemas.openxmlformats.org/drawingml/2006/main" prst="rect">
            <a:avLst/>
          </a:prstGeom>
          <a:noFill xmlns:a="http://schemas.openxmlformats.org/drawingml/2006/main"/>
          <a:ln xmlns:a="http://schemas.openxmlformats.org/drawingml/2006/main">
            <a:noFill/>
          </a:ln>
        </p:spPr>
      </p:sp>
      <p:sp>
        <p:nvSpPr>
          <p:cNvPr id="68" name="Google Shape;68;p10">
            <a:extLst xmlns:a="http://schemas.openxmlformats.org/drawingml/2006/main">
              <a:ext uri="{FF2B5EF4-FFF2-40B4-BE49-F238E27FC236}">
                <a16:creationId xmlns:a16="http://schemas.microsoft.com/office/drawing/2014/main" id="{EBA45969-2D30-4064-8455-E8BEF283EA1D}"/>
              </a:ext>
            </a:extLst>
          </p:cNvPr>
          <p:cNvSpPr>
            <a:spLocks xmlns:a="http://schemas.openxmlformats.org/drawingml/2006/main" noGrp="1"/>
          </p:cNvSpPr>
          <p:nvPr>
            <p:ph type="body" idx="1"/>
          </p:nvPr>
        </p:nvSpPr>
        <p:spPr>
          <a:xfrm xmlns:a="http://schemas.openxmlformats.org/drawingml/2006/main">
            <a:off x="1792288" y="5367338"/>
            <a:ext cx="5486400" cy="80486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280"/>
              </a:spcBef>
              <a:spcAft>
                <a:spcPts val="0"/>
              </a:spcAft>
              <a:buClr>
                <a:schemeClr val="dk1"/>
              </a:buClr>
              <a:buSzPts val="1400"/>
              <a:buNone/>
              <a:defRPr sz="1400"/>
            </a:lvl1pPr>
            <a:lvl2pPr marL="914400" indent="-228600" algn="l">
              <a:lnSpc>
                <a:spcPct val="100000"/>
              </a:lnSpc>
              <a:spcBef>
                <a:spcPts val="240"/>
              </a:spcBef>
              <a:spcAft>
                <a:spcPts val="0"/>
              </a:spcAft>
              <a:buClr>
                <a:schemeClr val="dk1"/>
              </a:buClr>
              <a:buSzPts val="1200"/>
              <a:buNone/>
              <a:defRPr sz="1200"/>
            </a:lvl2pPr>
            <a:lvl3pPr marL="1371600" indent="-228600" algn="l">
              <a:lnSpc>
                <a:spcPct val="100000"/>
              </a:lnSpc>
              <a:spcBef>
                <a:spcPts val="200"/>
              </a:spcBef>
              <a:spcAft>
                <a:spcPts val="0"/>
              </a:spcAft>
              <a:buClr>
                <a:schemeClr val="dk1"/>
              </a:buClr>
              <a:buSzPts val="1000"/>
              <a:buNone/>
              <a:defRPr sz="1000"/>
            </a:lvl3pPr>
            <a:lvl4pPr marL="1828800" indent="-228600" algn="l">
              <a:lnSpc>
                <a:spcPct val="100000"/>
              </a:lnSpc>
              <a:spcBef>
                <a:spcPts val="180"/>
              </a:spcBef>
              <a:spcAft>
                <a:spcPts val="0"/>
              </a:spcAft>
              <a:buClr>
                <a:schemeClr val="dk1"/>
              </a:buClr>
              <a:buSzPts val="900"/>
              <a:buNone/>
              <a:defRPr sz="900"/>
            </a:lvl4pPr>
            <a:lvl5pPr marL="2286000" indent="-228600" algn="l">
              <a:lnSpc>
                <a:spcPct val="100000"/>
              </a:lnSpc>
              <a:spcBef>
                <a:spcPts val="180"/>
              </a:spcBef>
              <a:spcAft>
                <a:spcPts val="0"/>
              </a:spcAft>
              <a:buClr>
                <a:schemeClr val="dk1"/>
              </a:buClr>
              <a:buSzPts val="900"/>
              <a:buNone/>
              <a:defRPr sz="900"/>
            </a:lvl5pPr>
            <a:lvl6pPr marL="2743200" indent="-228600" algn="l">
              <a:lnSpc>
                <a:spcPct val="100000"/>
              </a:lnSpc>
              <a:spcBef>
                <a:spcPts val="180"/>
              </a:spcBef>
              <a:spcAft>
                <a:spcPts val="0"/>
              </a:spcAft>
              <a:buClr>
                <a:schemeClr val="dk1"/>
              </a:buClr>
              <a:buSzPts val="900"/>
              <a:buNone/>
              <a:defRPr sz="900"/>
            </a:lvl6pPr>
            <a:lvl7pPr marL="3200400" indent="-228600" algn="l">
              <a:lnSpc>
                <a:spcPct val="100000"/>
              </a:lnSpc>
              <a:spcBef>
                <a:spcPts val="180"/>
              </a:spcBef>
              <a:spcAft>
                <a:spcPts val="0"/>
              </a:spcAft>
              <a:buClr>
                <a:schemeClr val="dk1"/>
              </a:buClr>
              <a:buSzPts val="900"/>
              <a:buNone/>
              <a:defRPr sz="900"/>
            </a:lvl7pPr>
            <a:lvl8pPr marL="3657600" indent="-228600" algn="l">
              <a:lnSpc>
                <a:spcPct val="100000"/>
              </a:lnSpc>
              <a:spcBef>
                <a:spcPts val="180"/>
              </a:spcBef>
              <a:spcAft>
                <a:spcPts val="0"/>
              </a:spcAft>
              <a:buClr>
                <a:schemeClr val="dk1"/>
              </a:buClr>
              <a:buSzPts val="900"/>
              <a:buNone/>
              <a:defRPr sz="900"/>
            </a:lvl8pPr>
            <a:lvl9pPr marL="4114800" indent="-228600" algn="l">
              <a:lnSpc>
                <a:spcPct val="100000"/>
              </a:lnSpc>
              <a:spcBef>
                <a:spcPts val="180"/>
              </a:spcBef>
              <a:spcAft>
                <a:spcPts val="0"/>
              </a:spcAft>
              <a:buClr>
                <a:schemeClr val="dk1"/>
              </a:buClr>
              <a:buSzPts val="900"/>
              <a:buNone/>
              <a:defRPr sz="900"/>
            </a:lvl9pPr>
          </a:lstStyle>
          <a:p xmlns:a="http://schemas.openxmlformats.org/drawingml/2006/main"/>
        </p:txBody>
      </p:sp>
      <p:sp>
        <p:nvSpPr>
          <p:cNvPr id="69" name="Google Shape;69;p10">
            <a:extLst xmlns:a="http://schemas.openxmlformats.org/drawingml/2006/main">
              <a:ext uri="{FF2B5EF4-FFF2-40B4-BE49-F238E27FC236}">
                <a16:creationId xmlns:a16="http://schemas.microsoft.com/office/drawing/2014/main" id="{C83D1D1B-7D1B-4011-8C2F-119924AB544B}"/>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70" name="Google Shape;70;p10">
            <a:extLst xmlns:a="http://schemas.openxmlformats.org/drawingml/2006/main">
              <a:ext uri="{FF2B5EF4-FFF2-40B4-BE49-F238E27FC236}">
                <a16:creationId xmlns:a16="http://schemas.microsoft.com/office/drawing/2014/main" id="{669564C9-7259-4A3C-8445-A41A3A69369B}"/>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71" name="Google Shape;71;p10">
            <a:extLst xmlns:a="http://schemas.openxmlformats.org/drawingml/2006/main">
              <a:ext uri="{FF2B5EF4-FFF2-40B4-BE49-F238E27FC236}">
                <a16:creationId xmlns:a16="http://schemas.microsoft.com/office/drawing/2014/main" id="{770D897C-78BF-4E6B-9556-DFEE4C00792C}"/>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a:lvl1pPr>
            <a:lvl2pPr marL="0" marR="0" indent="0" algn="r">
              <a:lnSpc>
                <a:spcPct val="100000"/>
              </a:lnSpc>
              <a:spcBef>
                <a:spcPts val="0"/>
              </a:spcBef>
              <a:spcAft>
                <a:spcPts val="0"/>
              </a:spcAft>
              <a:buClr>
                <a:srgbClr val="000000"/>
              </a:buClr>
              <a:buSzPts val="1200"/>
              <a:buFont typeface="Arial"/>
              <a:buNone/>
              <a:defRPr/>
            </a:lvl2pPr>
            <a:lvl3pPr marL="0" marR="0" indent="0" algn="r">
              <a:lnSpc>
                <a:spcPct val="100000"/>
              </a:lnSpc>
              <a:spcBef>
                <a:spcPts val="0"/>
              </a:spcBef>
              <a:spcAft>
                <a:spcPts val="0"/>
              </a:spcAft>
              <a:buClr>
                <a:srgbClr val="000000"/>
              </a:buClr>
              <a:buSzPts val="1200"/>
              <a:buFont typeface="Arial"/>
              <a:buNone/>
              <a:defRPr/>
            </a:lvl3pPr>
            <a:lvl4pPr marL="0" marR="0" indent="0" algn="r">
              <a:lnSpc>
                <a:spcPct val="100000"/>
              </a:lnSpc>
              <a:spcBef>
                <a:spcPts val="0"/>
              </a:spcBef>
              <a:spcAft>
                <a:spcPts val="0"/>
              </a:spcAft>
              <a:buClr>
                <a:srgbClr val="000000"/>
              </a:buClr>
              <a:buSzPts val="1200"/>
              <a:buFont typeface="Arial"/>
              <a:buNone/>
              <a:defRPr/>
            </a:lvl4pPr>
            <a:lvl5pPr marL="0" marR="0" indent="0" algn="r">
              <a:lnSpc>
                <a:spcPct val="100000"/>
              </a:lnSpc>
              <a:spcBef>
                <a:spcPts val="0"/>
              </a:spcBef>
              <a:spcAft>
                <a:spcPts val="0"/>
              </a:spcAft>
              <a:buClr>
                <a:srgbClr val="000000"/>
              </a:buClr>
              <a:buSzPts val="1200"/>
              <a:buFont typeface="Arial"/>
              <a:buNone/>
              <a:defRPr/>
            </a:lvl5pPr>
            <a:lvl6pPr marL="0" marR="0" indent="0" algn="r">
              <a:lnSpc>
                <a:spcPct val="100000"/>
              </a:lnSpc>
              <a:spcBef>
                <a:spcPts val="0"/>
              </a:spcBef>
              <a:spcAft>
                <a:spcPts val="0"/>
              </a:spcAft>
              <a:buClr>
                <a:srgbClr val="000000"/>
              </a:buClr>
              <a:buSzPts val="1200"/>
              <a:buFont typeface="Arial"/>
              <a:buNone/>
              <a:defRPr/>
            </a:lvl6pPr>
            <a:lvl7pPr marL="0" marR="0" indent="0" algn="r">
              <a:lnSpc>
                <a:spcPct val="100000"/>
              </a:lnSpc>
              <a:spcBef>
                <a:spcPts val="0"/>
              </a:spcBef>
              <a:spcAft>
                <a:spcPts val="0"/>
              </a:spcAft>
              <a:buClr>
                <a:srgbClr val="000000"/>
              </a:buClr>
              <a:buSzPts val="1200"/>
              <a:buFont typeface="Arial"/>
              <a:buNone/>
              <a:defRPr/>
            </a:lvl7pPr>
            <a:lvl8pPr marL="0" marR="0" indent="0" algn="r">
              <a:lnSpc>
                <a:spcPct val="100000"/>
              </a:lnSpc>
              <a:spcBef>
                <a:spcPts val="0"/>
              </a:spcBef>
              <a:spcAft>
                <a:spcPts val="0"/>
              </a:spcAft>
              <a:buClr>
                <a:srgbClr val="000000"/>
              </a:buClr>
              <a:buSzPts val="1200"/>
              <a:buFont typeface="Arial"/>
              <a:buNone/>
              <a:defRPr/>
            </a:lvl8pPr>
            <a:lvl9pPr marL="0" marR="0" indent="0" algn="r">
              <a:lnSpc>
                <a:spcPct val="100000"/>
              </a:lnSpc>
              <a:spcBef>
                <a:spcPts val="0"/>
              </a:spcBef>
              <a:spcAft>
                <a:spcPts val="0"/>
              </a:spcAft>
              <a:buClr>
                <a:srgbClr val="000000"/>
              </a:buClr>
              <a:buSzPts val="1200"/>
              <a:buFont typeface="Arial"/>
              <a:buNone/>
              <a:defRPr/>
            </a:lvl9pPr>
          </a:lstStyle>
          <a:p xmlns:a="http://schemas.openxmlformats.org/drawingml/2006/main">
            <a:pPr marL="0" lvl="0" indent="0" algn="r">
              <a:spcBef>
                <a:spcPts val="0"/>
              </a:spcBef>
              <a:spcAft>
                <a:spcPts val="0"/>
              </a:spcAft>
              <a:buNone/>
            </a:pPr>
            <a:fld id="{00000000-1234-1234-1234-123412341234}" type="slidenum">
              <a:t>‹#›</a:t>
            </a:fld>
            <a:endParaRPr sz="1200" b="0" i="0" u="none" strike="noStrike" cap="none">
              <a:solidFill>
                <a:srgbClr val="888888"/>
              </a:solidFill>
              <a:latin typeface="Calibri"/>
              <a:ea typeface="Calibri"/>
              <a:cs typeface="Calibri"/>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3" name="Google Shape;73;p11">
            <a:extLst xmlns:a="http://schemas.openxmlformats.org/drawingml/2006/main">
              <a:ext uri="{FF2B5EF4-FFF2-40B4-BE49-F238E27FC236}">
                <a16:creationId xmlns:a16="http://schemas.microsoft.com/office/drawing/2014/main" id="{736957EF-0EF6-4000-AEDA-4EBECAE03967}"/>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74" name="Google Shape;74;p11">
            <a:extLst xmlns:a="http://schemas.openxmlformats.org/drawingml/2006/main">
              <a:ext uri="{FF2B5EF4-FFF2-40B4-BE49-F238E27FC236}">
                <a16:creationId xmlns:a16="http://schemas.microsoft.com/office/drawing/2014/main" id="{34D853A0-940B-472D-87A9-03CB6EEF0D70}"/>
              </a:ext>
            </a:extLst>
          </p:cNvPr>
          <p:cNvSpPr>
            <a:spLocks xmlns:a="http://schemas.openxmlformats.org/drawingml/2006/main" noGrp="1"/>
          </p:cNvSpPr>
          <p:nvPr>
            <p:ph type="body" idx="1"/>
          </p:nvPr>
        </p:nvSpPr>
        <p:spPr>
          <a:xfrm xmlns:a="http://schemas.openxmlformats.org/drawingml/2006/main" rot="5400000">
            <a:off x="2309019" y="-251618"/>
            <a:ext cx="4525963"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p:txBody>
      </p:sp>
      <p:sp>
        <p:nvSpPr>
          <p:cNvPr id="75" name="Google Shape;75;p11">
            <a:extLst xmlns:a="http://schemas.openxmlformats.org/drawingml/2006/main">
              <a:ext uri="{FF2B5EF4-FFF2-40B4-BE49-F238E27FC236}">
                <a16:creationId xmlns:a16="http://schemas.microsoft.com/office/drawing/2014/main" id="{5B856507-0273-45C5-9280-41A4A4B3EED8}"/>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76" name="Google Shape;76;p11">
            <a:extLst xmlns:a="http://schemas.openxmlformats.org/drawingml/2006/main">
              <a:ext uri="{FF2B5EF4-FFF2-40B4-BE49-F238E27FC236}">
                <a16:creationId xmlns:a16="http://schemas.microsoft.com/office/drawing/2014/main" id="{10996A22-A2EC-4014-8BAF-938A5EAF9F26}"/>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77" name="Google Shape;77;p11">
            <a:extLst xmlns:a="http://schemas.openxmlformats.org/drawingml/2006/main">
              <a:ext uri="{FF2B5EF4-FFF2-40B4-BE49-F238E27FC236}">
                <a16:creationId xmlns:a16="http://schemas.microsoft.com/office/drawing/2014/main" id="{9BEB1644-9D29-4064-BC7A-5802026C7FDB}"/>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a:lvl1pPr>
            <a:lvl2pPr marL="0" marR="0" indent="0" algn="r">
              <a:lnSpc>
                <a:spcPct val="100000"/>
              </a:lnSpc>
              <a:spcBef>
                <a:spcPts val="0"/>
              </a:spcBef>
              <a:spcAft>
                <a:spcPts val="0"/>
              </a:spcAft>
              <a:buClr>
                <a:srgbClr val="000000"/>
              </a:buClr>
              <a:buSzPts val="1200"/>
              <a:buFont typeface="Arial"/>
              <a:buNone/>
              <a:defRPr/>
            </a:lvl2pPr>
            <a:lvl3pPr marL="0" marR="0" indent="0" algn="r">
              <a:lnSpc>
                <a:spcPct val="100000"/>
              </a:lnSpc>
              <a:spcBef>
                <a:spcPts val="0"/>
              </a:spcBef>
              <a:spcAft>
                <a:spcPts val="0"/>
              </a:spcAft>
              <a:buClr>
                <a:srgbClr val="000000"/>
              </a:buClr>
              <a:buSzPts val="1200"/>
              <a:buFont typeface="Arial"/>
              <a:buNone/>
              <a:defRPr/>
            </a:lvl3pPr>
            <a:lvl4pPr marL="0" marR="0" indent="0" algn="r">
              <a:lnSpc>
                <a:spcPct val="100000"/>
              </a:lnSpc>
              <a:spcBef>
                <a:spcPts val="0"/>
              </a:spcBef>
              <a:spcAft>
                <a:spcPts val="0"/>
              </a:spcAft>
              <a:buClr>
                <a:srgbClr val="000000"/>
              </a:buClr>
              <a:buSzPts val="1200"/>
              <a:buFont typeface="Arial"/>
              <a:buNone/>
              <a:defRPr/>
            </a:lvl4pPr>
            <a:lvl5pPr marL="0" marR="0" indent="0" algn="r">
              <a:lnSpc>
                <a:spcPct val="100000"/>
              </a:lnSpc>
              <a:spcBef>
                <a:spcPts val="0"/>
              </a:spcBef>
              <a:spcAft>
                <a:spcPts val="0"/>
              </a:spcAft>
              <a:buClr>
                <a:srgbClr val="000000"/>
              </a:buClr>
              <a:buSzPts val="1200"/>
              <a:buFont typeface="Arial"/>
              <a:buNone/>
              <a:defRPr/>
            </a:lvl5pPr>
            <a:lvl6pPr marL="0" marR="0" indent="0" algn="r">
              <a:lnSpc>
                <a:spcPct val="100000"/>
              </a:lnSpc>
              <a:spcBef>
                <a:spcPts val="0"/>
              </a:spcBef>
              <a:spcAft>
                <a:spcPts val="0"/>
              </a:spcAft>
              <a:buClr>
                <a:srgbClr val="000000"/>
              </a:buClr>
              <a:buSzPts val="1200"/>
              <a:buFont typeface="Arial"/>
              <a:buNone/>
              <a:defRPr/>
            </a:lvl6pPr>
            <a:lvl7pPr marL="0" marR="0" indent="0" algn="r">
              <a:lnSpc>
                <a:spcPct val="100000"/>
              </a:lnSpc>
              <a:spcBef>
                <a:spcPts val="0"/>
              </a:spcBef>
              <a:spcAft>
                <a:spcPts val="0"/>
              </a:spcAft>
              <a:buClr>
                <a:srgbClr val="000000"/>
              </a:buClr>
              <a:buSzPts val="1200"/>
              <a:buFont typeface="Arial"/>
              <a:buNone/>
              <a:defRPr/>
            </a:lvl7pPr>
            <a:lvl8pPr marL="0" marR="0" indent="0" algn="r">
              <a:lnSpc>
                <a:spcPct val="100000"/>
              </a:lnSpc>
              <a:spcBef>
                <a:spcPts val="0"/>
              </a:spcBef>
              <a:spcAft>
                <a:spcPts val="0"/>
              </a:spcAft>
              <a:buClr>
                <a:srgbClr val="000000"/>
              </a:buClr>
              <a:buSzPts val="1200"/>
              <a:buFont typeface="Arial"/>
              <a:buNone/>
              <a:defRPr/>
            </a:lvl8pPr>
            <a:lvl9pPr marL="0" marR="0" indent="0" algn="r">
              <a:lnSpc>
                <a:spcPct val="100000"/>
              </a:lnSpc>
              <a:spcBef>
                <a:spcPts val="0"/>
              </a:spcBef>
              <a:spcAft>
                <a:spcPts val="0"/>
              </a:spcAft>
              <a:buClr>
                <a:srgbClr val="000000"/>
              </a:buClr>
              <a:buSzPts val="1200"/>
              <a:buFont typeface="Arial"/>
              <a:buNone/>
              <a:defRPr/>
            </a:lvl9pPr>
          </a:lstStyle>
          <a:p xmlns:a="http://schemas.openxmlformats.org/drawingml/2006/main">
            <a:pPr marL="0" lvl="0" indent="0" algn="r">
              <a:spcBef>
                <a:spcPts val="0"/>
              </a:spcBef>
              <a:spcAft>
                <a:spcPts val="0"/>
              </a:spcAft>
              <a:buNone/>
            </a:pPr>
            <a:fld id="{00000000-1234-1234-1234-123412341234}" type="slidenum">
              <a:t>‹#›</a:t>
            </a:fld>
            <a:endParaRPr sz="1200" b="0" i="0" u="none" strike="noStrike" cap="none">
              <a:solidFill>
                <a:srgbClr val="888888"/>
              </a:solidFill>
              <a:latin typeface="Calibri"/>
              <a:ea typeface="Calibri"/>
              <a:cs typeface="Calibri"/>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79" name="Google Shape;79;p12">
            <a:extLst xmlns:a="http://schemas.openxmlformats.org/drawingml/2006/main">
              <a:ext uri="{FF2B5EF4-FFF2-40B4-BE49-F238E27FC236}">
                <a16:creationId xmlns:a16="http://schemas.microsoft.com/office/drawing/2014/main" id="{87EF5AB1-C2F0-499B-A6AC-183EA99AB345}"/>
              </a:ext>
            </a:extLst>
          </p:cNvPr>
          <p:cNvSpPr>
            <a:spLocks xmlns:a="http://schemas.openxmlformats.org/drawingml/2006/main" noGrp="1"/>
          </p:cNvSpPr>
          <p:nvPr>
            <p:ph type="title" idx="0"/>
          </p:nvPr>
        </p:nvSpPr>
        <p:spPr>
          <a:xfrm xmlns:a="http://schemas.openxmlformats.org/drawingml/2006/main" rot="5400000">
            <a:off x="4732338" y="2171701"/>
            <a:ext cx="5851525"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80" name="Google Shape;80;p12">
            <a:extLst xmlns:a="http://schemas.openxmlformats.org/drawingml/2006/main">
              <a:ext uri="{FF2B5EF4-FFF2-40B4-BE49-F238E27FC236}">
                <a16:creationId xmlns:a16="http://schemas.microsoft.com/office/drawing/2014/main" id="{7CA19011-555B-446C-99D5-3653FD34745E}"/>
              </a:ext>
            </a:extLst>
          </p:cNvPr>
          <p:cNvSpPr>
            <a:spLocks xmlns:a="http://schemas.openxmlformats.org/drawingml/2006/main" noGrp="1"/>
          </p:cNvSpPr>
          <p:nvPr>
            <p:ph type="body" idx="1"/>
          </p:nvPr>
        </p:nvSpPr>
        <p:spPr>
          <a:xfrm xmlns:a="http://schemas.openxmlformats.org/drawingml/2006/main" rot="5400000">
            <a:off x="541338" y="190500"/>
            <a:ext cx="5851525"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p:txBody>
      </p:sp>
      <p:sp>
        <p:nvSpPr>
          <p:cNvPr id="81" name="Google Shape;81;p12">
            <a:extLst xmlns:a="http://schemas.openxmlformats.org/drawingml/2006/main">
              <a:ext uri="{FF2B5EF4-FFF2-40B4-BE49-F238E27FC236}">
                <a16:creationId xmlns:a16="http://schemas.microsoft.com/office/drawing/2014/main" id="{8C1F9701-3D02-4748-8112-3F9449FDB7A9}"/>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82" name="Google Shape;82;p12">
            <a:extLst xmlns:a="http://schemas.openxmlformats.org/drawingml/2006/main">
              <a:ext uri="{FF2B5EF4-FFF2-40B4-BE49-F238E27FC236}">
                <a16:creationId xmlns:a16="http://schemas.microsoft.com/office/drawing/2014/main" id="{B3EEB1EA-6BEB-4A86-81A8-63DD94281F35}"/>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83" name="Google Shape;83;p12">
            <a:extLst xmlns:a="http://schemas.openxmlformats.org/drawingml/2006/main">
              <a:ext uri="{FF2B5EF4-FFF2-40B4-BE49-F238E27FC236}">
                <a16:creationId xmlns:a16="http://schemas.microsoft.com/office/drawing/2014/main" id="{B8E65CFD-2CFD-4F4A-8DB7-AC8657EE739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a:lvl1pPr>
            <a:lvl2pPr marL="0" marR="0" indent="0" algn="r">
              <a:lnSpc>
                <a:spcPct val="100000"/>
              </a:lnSpc>
              <a:spcBef>
                <a:spcPts val="0"/>
              </a:spcBef>
              <a:spcAft>
                <a:spcPts val="0"/>
              </a:spcAft>
              <a:buClr>
                <a:srgbClr val="000000"/>
              </a:buClr>
              <a:buSzPts val="1200"/>
              <a:buFont typeface="Arial"/>
              <a:buNone/>
              <a:defRPr/>
            </a:lvl2pPr>
            <a:lvl3pPr marL="0" marR="0" indent="0" algn="r">
              <a:lnSpc>
                <a:spcPct val="100000"/>
              </a:lnSpc>
              <a:spcBef>
                <a:spcPts val="0"/>
              </a:spcBef>
              <a:spcAft>
                <a:spcPts val="0"/>
              </a:spcAft>
              <a:buClr>
                <a:srgbClr val="000000"/>
              </a:buClr>
              <a:buSzPts val="1200"/>
              <a:buFont typeface="Arial"/>
              <a:buNone/>
              <a:defRPr/>
            </a:lvl3pPr>
            <a:lvl4pPr marL="0" marR="0" indent="0" algn="r">
              <a:lnSpc>
                <a:spcPct val="100000"/>
              </a:lnSpc>
              <a:spcBef>
                <a:spcPts val="0"/>
              </a:spcBef>
              <a:spcAft>
                <a:spcPts val="0"/>
              </a:spcAft>
              <a:buClr>
                <a:srgbClr val="000000"/>
              </a:buClr>
              <a:buSzPts val="1200"/>
              <a:buFont typeface="Arial"/>
              <a:buNone/>
              <a:defRPr/>
            </a:lvl4pPr>
            <a:lvl5pPr marL="0" marR="0" indent="0" algn="r">
              <a:lnSpc>
                <a:spcPct val="100000"/>
              </a:lnSpc>
              <a:spcBef>
                <a:spcPts val="0"/>
              </a:spcBef>
              <a:spcAft>
                <a:spcPts val="0"/>
              </a:spcAft>
              <a:buClr>
                <a:srgbClr val="000000"/>
              </a:buClr>
              <a:buSzPts val="1200"/>
              <a:buFont typeface="Arial"/>
              <a:buNone/>
              <a:defRPr/>
            </a:lvl5pPr>
            <a:lvl6pPr marL="0" marR="0" indent="0" algn="r">
              <a:lnSpc>
                <a:spcPct val="100000"/>
              </a:lnSpc>
              <a:spcBef>
                <a:spcPts val="0"/>
              </a:spcBef>
              <a:spcAft>
                <a:spcPts val="0"/>
              </a:spcAft>
              <a:buClr>
                <a:srgbClr val="000000"/>
              </a:buClr>
              <a:buSzPts val="1200"/>
              <a:buFont typeface="Arial"/>
              <a:buNone/>
              <a:defRPr/>
            </a:lvl6pPr>
            <a:lvl7pPr marL="0" marR="0" indent="0" algn="r">
              <a:lnSpc>
                <a:spcPct val="100000"/>
              </a:lnSpc>
              <a:spcBef>
                <a:spcPts val="0"/>
              </a:spcBef>
              <a:spcAft>
                <a:spcPts val="0"/>
              </a:spcAft>
              <a:buClr>
                <a:srgbClr val="000000"/>
              </a:buClr>
              <a:buSzPts val="1200"/>
              <a:buFont typeface="Arial"/>
              <a:buNone/>
              <a:defRPr/>
            </a:lvl7pPr>
            <a:lvl8pPr marL="0" marR="0" indent="0" algn="r">
              <a:lnSpc>
                <a:spcPct val="100000"/>
              </a:lnSpc>
              <a:spcBef>
                <a:spcPts val="0"/>
              </a:spcBef>
              <a:spcAft>
                <a:spcPts val="0"/>
              </a:spcAft>
              <a:buClr>
                <a:srgbClr val="000000"/>
              </a:buClr>
              <a:buSzPts val="1200"/>
              <a:buFont typeface="Arial"/>
              <a:buNone/>
              <a:defRPr/>
            </a:lvl8pPr>
            <a:lvl9pPr marL="0" marR="0" indent="0" algn="r">
              <a:lnSpc>
                <a:spcPct val="100000"/>
              </a:lnSpc>
              <a:spcBef>
                <a:spcPts val="0"/>
              </a:spcBef>
              <a:spcAft>
                <a:spcPts val="0"/>
              </a:spcAft>
              <a:buClr>
                <a:srgbClr val="000000"/>
              </a:buClr>
              <a:buSzPts val="1200"/>
              <a:buFont typeface="Arial"/>
              <a:buNone/>
              <a:defRPr/>
            </a:lvl9pPr>
          </a:lstStyle>
          <a:p xmlns:a="http://schemas.openxmlformats.org/drawingml/2006/main">
            <a:pPr marL="0" lvl="0" indent="0" algn="r">
              <a:spcBef>
                <a:spcPts val="0"/>
              </a:spcBef>
              <a:spcAft>
                <a:spcPts val="0"/>
              </a:spcAft>
              <a:buNone/>
            </a:pPr>
            <a:fld id="{00000000-1234-1234-1234-123412341234}" type="slidenum">
              <a:t>‹#›</a:t>
            </a:fld>
            <a:endParaRPr sz="1200" b="0" i="0" u="none" strike="noStrike" cap="none">
              <a:solidFill>
                <a:srgbClr val="888888"/>
              </a:solidFill>
              <a:latin typeface="Calibri"/>
              <a:ea typeface="Calibri"/>
              <a:cs typeface="Calibri"/>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e39ea81c784f10" /><Relationship Type="http://schemas.openxmlformats.org/officeDocument/2006/relationships/slideLayout" Target="/ppt/slideLayouts/slideLayout1.xml" Id="R151568d1e86542f7" /><Relationship Type="http://schemas.openxmlformats.org/officeDocument/2006/relationships/slideLayout" Target="/ppt/slideLayouts/slideLayout2.xml" Id="R44d72aa1617c4e13" /><Relationship Type="http://schemas.openxmlformats.org/officeDocument/2006/relationships/slideLayout" Target="/ppt/slideLayouts/slideLayout3.xml" Id="Rf4fdda00e4814bea" /><Relationship Type="http://schemas.openxmlformats.org/officeDocument/2006/relationships/slideLayout" Target="/ppt/slideLayouts/slideLayout4.xml" Id="R8a7360c3e9bd4889" /><Relationship Type="http://schemas.openxmlformats.org/officeDocument/2006/relationships/slideLayout" Target="/ppt/slideLayouts/slideLayout5.xml" Id="R060375a1d2704e30" /><Relationship Type="http://schemas.openxmlformats.org/officeDocument/2006/relationships/slideLayout" Target="/ppt/slideLayouts/slideLayout6.xml" Id="R75ac08ddb80f4480" /><Relationship Type="http://schemas.openxmlformats.org/officeDocument/2006/relationships/slideLayout" Target="/ppt/slideLayouts/slideLayout7.xml" Id="R6cfb72b187474f5a" /><Relationship Type="http://schemas.openxmlformats.org/officeDocument/2006/relationships/slideLayout" Target="/ppt/slideLayouts/slideLayout8.xml" Id="R8786198bd5e84d27" /><Relationship Type="http://schemas.openxmlformats.org/officeDocument/2006/relationships/slideLayout" Target="/ppt/slideLayouts/slideLayout9.xml" Id="R45dbf1412af24e20" /><Relationship Type="http://schemas.openxmlformats.org/officeDocument/2006/relationships/slideLayout" Target="/ppt/slideLayouts/slideLayout10.xml" Id="R6203bac96ffe4517" /><Relationship Type="http://schemas.openxmlformats.org/officeDocument/2006/relationships/slideLayout" Target="/ppt/slideLayouts/slideLayout11.xml" Id="Rc2f7b99b01a34ac0"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CC4F6C70-477E-435F-81CE-E999EFF953A6}"/>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defRPr>
            </a:lvl9pPr>
          </a:lstStyle>
          <a:p xmlns:a="http://schemas.openxmlformats.org/drawingml/2006/main"/>
        </p:txBody>
      </p:sp>
      <p:sp>
        <p:nvSpPr>
          <p:cNvPr id="11" name="Google Shape;11;p1">
            <a:extLst xmlns:a="http://schemas.openxmlformats.org/drawingml/2006/main">
              <a:ext uri="{FF2B5EF4-FFF2-40B4-BE49-F238E27FC236}">
                <a16:creationId xmlns:a16="http://schemas.microsoft.com/office/drawing/2014/main" id="{0A9A572A-E7FC-49BC-BBAD-2CB93220A163}"/>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31800" algn="l">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defRPr>
            </a:lvl1pPr>
            <a:lvl2pPr marL="914400" marR="0" indent="-406400" algn="l">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defRPr>
            </a:lvl2pPr>
            <a:lvl3pPr marL="1371600" marR="0" indent="-381000" algn="l">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defRPr>
            </a:lvl3pPr>
            <a:lvl4pPr marL="18288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4pPr>
            <a:lvl5pPr marL="22860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5pPr>
            <a:lvl6pPr marL="27432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6pPr>
            <a:lvl7pPr marL="32004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7pPr>
            <a:lvl8pPr marL="36576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8pPr>
            <a:lvl9pPr marL="4114800" marR="0"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defRPr>
            </a:lvl9pPr>
          </a:lstStyle>
          <a:p xmlns:a="http://schemas.openxmlformats.org/drawingml/2006/main"/>
        </p:txBody>
      </p:sp>
      <p:sp>
        <p:nvSpPr>
          <p:cNvPr id="12" name="Google Shape;12;p1">
            <a:extLst xmlns:a="http://schemas.openxmlformats.org/drawingml/2006/main">
              <a:ext uri="{FF2B5EF4-FFF2-40B4-BE49-F238E27FC236}">
                <a16:creationId xmlns:a16="http://schemas.microsoft.com/office/drawing/2014/main" id="{6771B752-2FCC-4CB3-98CD-2E0A4A5B8D88}"/>
              </a:ext>
            </a:extLst>
          </p:cNvPr>
          <p:cNvSpPr>
            <a:spLocks xmlns:a="http://schemas.openxmlformats.org/drawingml/2006/main" noGrp="1"/>
          </p:cNvSpPr>
          <p:nvPr>
            <p:ph type="dt" idx="10"/>
          </p:nvPr>
        </p:nvSpPr>
        <p:spPr>
          <a:xfrm xmlns:a="http://schemas.openxmlformats.org/drawingml/2006/main">
            <a:off x="457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xmlns:a="http://schemas.openxmlformats.org/drawingml/2006/main"/>
        </p:txBody>
      </p:sp>
      <p:sp>
        <p:nvSpPr>
          <p:cNvPr id="13" name="Google Shape;13;p1">
            <a:extLst xmlns:a="http://schemas.openxmlformats.org/drawingml/2006/main">
              <a:ext uri="{FF2B5EF4-FFF2-40B4-BE49-F238E27FC236}">
                <a16:creationId xmlns:a16="http://schemas.microsoft.com/office/drawing/2014/main" id="{491777A3-B76F-427F-A782-C6A030A4F484}"/>
              </a:ext>
            </a:extLst>
          </p:cNvPr>
          <p:cNvSpPr>
            <a:spLocks xmlns:a="http://schemas.openxmlformats.org/drawingml/2006/main" noGrp="1"/>
          </p:cNvSpPr>
          <p:nvPr>
            <p:ph type="ftr" idx="11"/>
          </p:nvPr>
        </p:nvSpPr>
        <p:spPr>
          <a:xfrm xmlns:a="http://schemas.openxmlformats.org/drawingml/2006/main">
            <a:off x="3124200" y="6356350"/>
            <a:ext cx="2895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defRPr>
            </a:lvl9pPr>
          </a:lstStyle>
          <a:p xmlns:a="http://schemas.openxmlformats.org/drawingml/2006/main"/>
        </p:txBody>
      </p:sp>
      <p:sp>
        <p:nvSpPr>
          <p:cNvPr id="14" name="Google Shape;14;p1">
            <a:extLst xmlns:a="http://schemas.openxmlformats.org/drawingml/2006/main">
              <a:ext uri="{FF2B5EF4-FFF2-40B4-BE49-F238E27FC236}">
                <a16:creationId xmlns:a16="http://schemas.microsoft.com/office/drawing/2014/main" id="{F8C18568-0085-43AB-A9DB-27A4D5B4A4E6}"/>
              </a:ext>
            </a:extLst>
          </p:cNvPr>
          <p:cNvSpPr>
            <a:spLocks xmlns:a="http://schemas.openxmlformats.org/drawingml/2006/main" noGrp="1"/>
          </p:cNvSpPr>
          <p:nvPr>
            <p:ph type="sldNum" idx="12"/>
          </p:nvPr>
        </p:nvSpPr>
        <p:spPr>
          <a:xfrm xmlns:a="http://schemas.openxmlformats.org/drawingml/2006/main">
            <a:off x="6553200" y="6356350"/>
            <a:ext cx="2133600"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151568d1e86542f7"/>
    <p:sldLayoutId xmlns:r="http://schemas.openxmlformats.org/officeDocument/2006/relationships" id="2147483650" r:id="R44d72aa1617c4e13"/>
    <p:sldLayoutId xmlns:r="http://schemas.openxmlformats.org/officeDocument/2006/relationships" id="2147483651" r:id="Rf4fdda00e4814bea"/>
    <p:sldLayoutId xmlns:r="http://schemas.openxmlformats.org/officeDocument/2006/relationships" id="2147483652" r:id="R8a7360c3e9bd4889"/>
    <p:sldLayoutId xmlns:r="http://schemas.openxmlformats.org/officeDocument/2006/relationships" id="2147483653" r:id="R060375a1d2704e30"/>
    <p:sldLayoutId xmlns:r="http://schemas.openxmlformats.org/officeDocument/2006/relationships" id="2147483654" r:id="R75ac08ddb80f4480"/>
    <p:sldLayoutId xmlns:r="http://schemas.openxmlformats.org/officeDocument/2006/relationships" id="2147483655" r:id="R6cfb72b187474f5a"/>
    <p:sldLayoutId xmlns:r="http://schemas.openxmlformats.org/officeDocument/2006/relationships" id="2147483656" r:id="R8786198bd5e84d27"/>
    <p:sldLayoutId xmlns:r="http://schemas.openxmlformats.org/officeDocument/2006/relationships" id="2147483657" r:id="R45dbf1412af24e20"/>
    <p:sldLayoutId xmlns:r="http://schemas.openxmlformats.org/officeDocument/2006/relationships" id="2147483658" r:id="R6203bac96ffe4517"/>
    <p:sldLayoutId xmlns:r="http://schemas.openxmlformats.org/officeDocument/2006/relationships" id="2147483659" r:id="Rc2f7b99b01a34ac0"/>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155e29259f84b7f" /><Relationship Type="http://schemas.openxmlformats.org/officeDocument/2006/relationships/image" Target="/ppt/media/image.png" Id="Rc0b469cbcb264108" /><Relationship Type="http://schemas.openxmlformats.org/officeDocument/2006/relationships/image" Target="/ppt/media/image2.png" Id="R7ff71d0624074f1a" /><Relationship Type="http://schemas.openxmlformats.org/officeDocument/2006/relationships/image" Target="/ppt/media/image3.png" Id="R0c4a8912d7aa444a" /><Relationship Type="http://schemas.openxmlformats.org/officeDocument/2006/relationships/image" Target="/ppt/media/image4.png" Id="Rc1e6fe67b4fd4491" /><Relationship Type="http://schemas.openxmlformats.org/officeDocument/2006/relationships/hyperlink" Target="https://github.com/psmithul/tensegrity-rover" TargetMode="External" Id="R70acab9048f84b02" /><Relationship Type="http://schemas.openxmlformats.org/officeDocument/2006/relationships/notesSlide" Target="/ppt/notesSlides/notesSlide1.xml" Id="R0ab7dfd2dc3b46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903996eb59c4b2d" /><Relationship Type="http://schemas.openxmlformats.org/officeDocument/2006/relationships/image" Target="/ppt/media/image3.png" Id="Rcf365f77b9f2498e" /><Relationship Type="http://schemas.openxmlformats.org/officeDocument/2006/relationships/image" Target="/ppt/media/image4.png" Id="Rab57de99641340ae" /><Relationship Type="http://schemas.openxmlformats.org/officeDocument/2006/relationships/image" Target="/ppt/media/image5.png" Id="R7d5871e7f5da4a71" /><Relationship Type="http://schemas.openxmlformats.org/officeDocument/2006/relationships/notesSlide" Target="/ppt/notesSlides/notesSlide2.xml" Id="R3be17a29142f4b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5da7b4ab15c4978" /><Relationship Type="http://schemas.openxmlformats.org/officeDocument/2006/relationships/image" Target="/ppt/media/image3.png" Id="Rdfdcf7acba9d4951" /><Relationship Type="http://schemas.openxmlformats.org/officeDocument/2006/relationships/image" Target="/ppt/media/image4.png" Id="R45ce93997b32412d" /><Relationship Type="http://schemas.openxmlformats.org/officeDocument/2006/relationships/notesSlide" Target="/ppt/notesSlides/notesSlide3.xml" Id="Rbd81b3132d8845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2831d8af7274f07" /><Relationship Type="http://schemas.openxmlformats.org/officeDocument/2006/relationships/image" Target="/ppt/media/image3.png" Id="R56eb43bc37d64e3c" /><Relationship Type="http://schemas.openxmlformats.org/officeDocument/2006/relationships/image" Target="/ppt/media/image4.png" Id="R2b20a1300b9c46a6" /><Relationship Type="http://schemas.openxmlformats.org/officeDocument/2006/relationships/image" Target="/ppt/media/image.jpeg" Id="R5471a231bbd1446e" /><Relationship Type="http://schemas.openxmlformats.org/officeDocument/2006/relationships/image" Target="/ppt/media/image6.png" Id="R388d9c415d8b4bc2" /><Relationship Type="http://schemas.openxmlformats.org/officeDocument/2006/relationships/notesSlide" Target="/ppt/notesSlides/notesSlide4.xml" Id="R6edfacfcb27a46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018b59b953f4601" /><Relationship Type="http://schemas.openxmlformats.org/officeDocument/2006/relationships/image" Target="/ppt/media/image3.png" Id="R8aaec03e4e624eff" /><Relationship Type="http://schemas.openxmlformats.org/officeDocument/2006/relationships/image" Target="/ppt/media/image4.png" Id="R64723cd8ff6d456e" /><Relationship Type="http://schemas.openxmlformats.org/officeDocument/2006/relationships/image" Target="/ppt/media/image7.png" Id="R055793566a8f42e5" /><Relationship Type="http://schemas.openxmlformats.org/officeDocument/2006/relationships/notesSlide" Target="/ppt/notesSlides/notesSlide5.xml" Id="Rd22a16ce130e48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1de1c2b21654b0b" /><Relationship Type="http://schemas.openxmlformats.org/officeDocument/2006/relationships/image" Target="/ppt/media/image3.png" Id="Re4581c52eb1d44d7" /><Relationship Type="http://schemas.openxmlformats.org/officeDocument/2006/relationships/image" Target="/ppt/media/image4.png" Id="R37f52abdd5b14109" /><Relationship Type="http://schemas.openxmlformats.org/officeDocument/2006/relationships/image" Target="/ppt/media/image5.png" Id="R8996dbc6b3404b0b" /><Relationship Type="http://schemas.openxmlformats.org/officeDocument/2006/relationships/image" Target="/ppt/media/image8.png" Id="Rc8710440dca44eed" /><Relationship Type="http://schemas.openxmlformats.org/officeDocument/2006/relationships/notesSlide" Target="/ppt/notesSlides/notesSlide6.xml" Id="R7a927f7d7897474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df4035af66e4dfe" /><Relationship Type="http://schemas.openxmlformats.org/officeDocument/2006/relationships/image" Target="/ppt/media/image3.png" Id="Re227155adb574c07" /><Relationship Type="http://schemas.openxmlformats.org/officeDocument/2006/relationships/image" Target="/ppt/media/image4.png" Id="R43e00dc37fba44c1" /><Relationship Type="http://schemas.openxmlformats.org/officeDocument/2006/relationships/notesSlide" Target="/ppt/notesSlides/notesSlide7.xml" Id="R9d00a1ff5c5b453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eb701a04fa7442a" /><Relationship Type="http://schemas.openxmlformats.org/officeDocument/2006/relationships/image" Target="/ppt/media/image3.png" Id="Rd3930d2e96944e57" /><Relationship Type="http://schemas.openxmlformats.org/officeDocument/2006/relationships/image" Target="/ppt/media/image4.png" Id="R0bc0df3508b84468" /><Relationship Type="http://schemas.openxmlformats.org/officeDocument/2006/relationships/notesSlide" Target="/ppt/notesSlides/notesSlide8.xml" Id="R830580c47fdf48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ac77b7d279b4648" /><Relationship Type="http://schemas.openxmlformats.org/officeDocument/2006/relationships/image" Target="/ppt/media/image3.png" Id="R8cdc0ff2d27c4816" /><Relationship Type="http://schemas.openxmlformats.org/officeDocument/2006/relationships/image" Target="/ppt/media/image4.png" Id="Raafd53d3d18f4af8" /><Relationship Type="http://schemas.openxmlformats.org/officeDocument/2006/relationships/hyperlink" Target="https://docs.google.com/spreadsheets/d/1MgeOaRzbr-E_Y6dmaOskiG0FE6D-4ZNo4FLduEJ5raw/edit?gid=2130847794#gid=2130847794" TargetMode="External" Id="Rac515a31826d4c71" /><Relationship Type="http://schemas.openxmlformats.org/officeDocument/2006/relationships/hyperlink" Target="https://robu.in/product/grade-a-quality-orange-12v-300-rpm-johnson-geared-dc-motor/" TargetMode="External" Id="Rc694b547fdf64adc" /><Relationship Type="http://schemas.openxmlformats.org/officeDocument/2006/relationships/hyperlink" Target="https://robu.in/product/pro-range-ds3225-25kgcm-metal-gear-digital-servo-motor-180-degree/" TargetMode="External" Id="Rade70d098b644ab3" /><Relationship Type="http://schemas.openxmlformats.org/officeDocument/2006/relationships/hyperlink" Target="https://robu.in/product/16-channel-12-bit-pwmservo-driver-i2c-interface-pca9685-arduino-raspberry-pi/" TargetMode="External" Id="R5df1234af941466d" /><Relationship Type="http://schemas.openxmlformats.org/officeDocument/2006/relationships/hyperlink" Target="https://robu.in/product/double-bts7960-43a-h-bridge-high-power-stepper-motor-driver-module/" TargetMode="External" Id="R96dce62e0c194865" /><Relationship Type="http://schemas.openxmlformats.org/officeDocument/2006/relationships/hyperlink" Target="https://robu.in/product/raspberry-pi-pico/" TargetMode="External" Id="R8fec526ff9a14d84" /><Relationship Type="http://schemas.openxmlformats.org/officeDocument/2006/relationships/hyperlink" Target="https://robocraze.com/products/teensy-4-0-development-board?variant=42205078192352&amp;country=IN&amp;currency=INR&amp;utm_term=&amp;campaignid=23745897046&amp;adgroupid=&amp;campaign=23745897046" TargetMode="External" Id="R8de67ce1d19646a2" /><Relationship Type="http://schemas.openxmlformats.org/officeDocument/2006/relationships/hyperlink" Target="https://robocraze.com/products/adxl345-digital-angle-acceleration-sensor-module?variant=44517783797984&amp;country=IN&amp;currency=INR" TargetMode="External" Id="R0ef3d463c2354b46" /><Relationship Type="http://schemas.openxmlformats.org/officeDocument/2006/relationships/hyperlink" Target="https://robokits.co.in/sensors/accelerometer-and-magnetometer/triple-axis-accelerometer-gyro-mpu-6050-breakout" TargetMode="External" Id="R332eeae232c74274" /><Relationship Type="http://schemas.openxmlformats.org/officeDocument/2006/relationships/hyperlink" Target="https://robu.in/product/sn74hct245n-texas-instruments-transceiver-74hct245-4-5-v-to-5-5-v-dip-20/" TargetMode="External" Id="R2fd08907701945ef" /><Relationship Type="http://schemas.openxmlformats.org/officeDocument/2006/relationships/hyperlink" Target="https://www.flyrobo.in/mcu-2317-mcp23017-expander-serial-i2c-interface-module" TargetMode="External" Id="R903dc0898ffd4684" /><Relationship Type="http://schemas.openxmlformats.org/officeDocument/2006/relationships/hyperlink" Target="https://robu.in/product/cd74hc4067-high-speed-%25e2%2580%258b%25e2%2580%258bcmos-16-channel-analogdigital-multiplexer-breakout-module/" TargetMode="External" Id="Rad4a7f1946804ab2" /><Relationship Type="http://schemas.openxmlformats.org/officeDocument/2006/relationships/hyperlink" Target="https://robu.in/product/lm393-linear-hall-effect-sensor-module/" TargetMode="External" Id="R2e501c88f2ad41d2" /><Relationship Type="http://schemas.openxmlformats.org/officeDocument/2006/relationships/hyperlink" Target="https://robu.in/product-category/limit-switch/" TargetMode="External" Id="R2966960e79414338" /><Relationship Type="http://schemas.openxmlformats.org/officeDocument/2006/relationships/hyperlink" Target="https://www.flyrobo.in/tf-wifi-micro-sd-card-reader-module-for-d1-mini" TargetMode="External" Id="Ra8f4ae12b0244e77" /><Relationship Type="http://schemas.openxmlformats.org/officeDocument/2006/relationships/hyperlink" Target="https://hubtronics.in/16gb-micro-sd-card" TargetMode="External" Id="R99242fe6eb844cea" /><Relationship Type="http://schemas.openxmlformats.org/officeDocument/2006/relationships/hyperlink" Target="https://robu.in/product/orange-11-1v-2500mah-3c-3s-tx-lithium-polymer-battery-pack-with-jst-bec-connector/" TargetMode="External" Id="R8c86ba06c05843d1" /><Relationship Type="http://schemas.openxmlformats.org/officeDocument/2006/relationships/hyperlink" Target="https://makerbazar.in/products/12v-7ah-9ah-lead-acid-battery-charger12v-7ah-9ah-lead-acid-battery-charger" TargetMode="External" Id="Rdc43c7a7e1a7453d" /><Relationship Type="http://schemas.openxmlformats.org/officeDocument/2006/relationships/hyperlink" Target="https://rajivelectronics.com/product/ef40-1a-12v-automotive-4-pin-40a-12vdc-relay-automotive-power-relay" TargetMode="External" Id="R90482b8f895a4877" /><Relationship Type="http://schemas.openxmlformats.org/officeDocument/2006/relationships/hyperlink" Target="https://rajivelectronics.com/product/ef40-1a-12v-automotive-4-pin-40a-12vdc-relay-automotive-power-relay" TargetMode="External" Id="R3cce54d83b3144df" /><Relationship Type="http://schemas.openxmlformats.org/officeDocument/2006/relationships/hyperlink" Target="https://robu.in/product/ac-660v-10a-lay37-dpst-emergency-stop-push-button-switch/" TargetMode="External" Id="R179d26bf62784ada" /><Relationship Type="http://schemas.openxmlformats.org/officeDocument/2006/relationships/hyperlink" Target="https://robu.in/product/k800-round-super-circular-magnet/" TargetMode="External" Id="R2b27d2a6e1cf439e" /><Relationship Type="http://schemas.openxmlformats.org/officeDocument/2006/relationships/hyperlink" Target="https://www.flyrobo.in/xl4015-5a-dc-dc-adjustable-step-down-power-supply-module-1" TargetMode="External" Id="R96da873d54af4ce9" /><Relationship Type="http://schemas.openxmlformats.org/officeDocument/2006/relationships/hyperlink" Target="https://robocraze.com/products/esp32s-cam-wifi-development-board-with-rhyx-m21-45-camera-module?variant=54474930225376&amp;country=IN&amp;currency=INR&amp;utm_term=&amp;campaignid=23451097817&amp;adgroupid=&amp;campaign=23451097817" TargetMode="External" Id="R37820aad3f43402b" /><Relationship Type="http://schemas.openxmlformats.org/officeDocument/2006/relationships/hyperlink" Target="https://robu.in/product/14awg-silicone-braided-wire-black/" TargetMode="External" Id="R77a289a3b1fa46e3" /><Relationship Type="http://schemas.openxmlformats.org/officeDocument/2006/relationships/hyperlink" Target="https://probots.co.in/4-pin-jst-xh-polarised-connector-254mm-wire-harness.html" TargetMode="External" Id="R813b38a402e84df7" /><Relationship Type="http://schemas.openxmlformats.org/officeDocument/2006/relationships/hyperlink" Target="https://robu.in/product-category/limit-switch/" TargetMode="External" Id="R70e6cd80eda9465b" /><Relationship Type="http://schemas.openxmlformats.org/officeDocument/2006/relationships/hyperlink" Target="https://robu.in/product/cjmcu-219-ina219-i2c-interface-no-drift-bi-directional-current-power-monitoring-sensor-module/" TargetMode="External" Id="Ra60ad77bda494392" /><Relationship Type="http://schemas.openxmlformats.org/officeDocument/2006/relationships/hyperlink" Target="https://robu.in/product/oe-28-hall-effect-two-channel-magnetic-encoder/" TargetMode="External" Id="Rd1aedc86e7724a21" /><Relationship Type="http://schemas.openxmlformats.org/officeDocument/2006/relationships/hyperlink" Target="https://www.rajeshaluminium.com/gujarat" TargetMode="External" Id="R23b408bd1ce74802" /><Relationship Type="http://schemas.openxmlformats.org/officeDocument/2006/relationships/hyperlink" Target="https://www.rajeshaluminium.com/gujarat" TargetMode="External" Id="R8ebc2e05fd6b46a5" /><Relationship Type="http://schemas.openxmlformats.org/officeDocument/2006/relationships/hyperlink" Target="https://www.rajeshaluminium.com/gujarat" TargetMode="External" Id="R6fdc885b071c4125" /><Relationship Type="http://schemas.openxmlformats.org/officeDocument/2006/relationships/hyperlink" Target="https://www.manishsteels.com/rectangle-pipes.php" TargetMode="External" Id="R2517412ada764ac1" /><Relationship Type="http://schemas.openxmlformats.org/officeDocument/2006/relationships/hyperlink" Target="https://robu.in/product/ptfe-2x4mm-teflon-tubing-for-3d-printers-1-75mm-filament-1m/" TargetMode="External" Id="Rb02dfd64468949e6" /><Relationship Type="http://schemas.openxmlformats.org/officeDocument/2006/relationships/hyperlink" Target="https://dreampolymers.com/product/petg-pro-3d-printing-filament/" TargetMode="External" Id="Rb7519385b93a47b3" /><Relationship Type="http://schemas.openxmlformats.org/officeDocument/2006/relationships/hyperlink" Target="https://3dmasterindia.in/product/isanmate-tpu-flexible-filament-black/" TargetMode="External" Id="R57d9134a70d24492" /><Relationship Type="http://schemas.openxmlformats.org/officeDocument/2006/relationships/hyperlink" Target="https://www.ebmpindia.com/steel-wire-ropes.html" TargetMode="External" Id="Rcf89e1f3bef04520" /><Relationship Type="http://schemas.openxmlformats.org/officeDocument/2006/relationships/hyperlink" Target="https://omrook.com/6001-2rs-deep-groove-ball-bearing-12x28x8/" TargetMode="External" Id="Redcac216727046f3" /><Relationship Type="http://schemas.openxmlformats.org/officeDocument/2006/relationships/hyperlink" Target="https://omrook.com/51100-thrust-ball-bearing-id-10mm-od-24mm-th-9mm/" TargetMode="External" Id="R9639b3a619644f43" /><Relationship Type="http://schemas.openxmlformats.org/officeDocument/2006/relationships/hyperlink" Target="https://in.misumi-ec.com/vona2/detail/221000551286/" TargetMode="External" Id="R3b12435b616545bf" /><Relationship Type="http://schemas.openxmlformats.org/officeDocument/2006/relationships/hyperlink" Target="https://www.joyguruhardware.com/product/32365749/Araldite-Epoxy-Adhesive-90-gm" TargetMode="External" Id="R7916c8e79385492d" /><Relationship Type="http://schemas.openxmlformats.org/officeDocument/2006/relationships/notesSlide" Target="/ppt/notesSlides/notesSlide9.xml" Id="R1c142b93ed0d440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2c2f4ea93864808" /><Relationship Type="http://schemas.openxmlformats.org/officeDocument/2006/relationships/image" Target="/ppt/media/image3.png" Id="R769cb0100b704884" /><Relationship Type="http://schemas.openxmlformats.org/officeDocument/2006/relationships/image" Target="/ppt/media/image4.png" Id="R99ce0e397eef4e4c" /><Relationship Type="http://schemas.openxmlformats.org/officeDocument/2006/relationships/image" Target="/ppt/media/image9.png" Id="R6331f068d6704db4" /><Relationship Type="http://schemas.openxmlformats.org/officeDocument/2006/relationships/image" Target="/ppt/media/image10.png" Id="Re30882ac2f834af9" /><Relationship Type="http://schemas.openxmlformats.org/officeDocument/2006/relationships/image" Target="/ppt/media/image11.png" Id="Rb6e760115c94426a" /><Relationship Type="http://schemas.openxmlformats.org/officeDocument/2006/relationships/image" Target="/ppt/media/image2.jpeg" Id="R246d046be2174058" /><Relationship Type="http://schemas.openxmlformats.org/officeDocument/2006/relationships/notesSlide" Target="/ppt/notesSlides/notesSlide10.xml" Id="Rbae2f1fbe15349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9bbfcece4aa4b28" /><Relationship Type="http://schemas.openxmlformats.org/officeDocument/2006/relationships/image" Target="/ppt/media/image3.png" Id="R59a97f1f066144ca" /><Relationship Type="http://schemas.openxmlformats.org/officeDocument/2006/relationships/image" Target="/ppt/media/image4.png" Id="R053d530c568348df" /><Relationship Type="http://schemas.openxmlformats.org/officeDocument/2006/relationships/image" Target="/ppt/media/image3.jpeg" Id="R92d17533e5094cca" /><Relationship Type="http://schemas.openxmlformats.org/officeDocument/2006/relationships/image" Target="/ppt/media/image4.jpeg" Id="Rd5794ea61aed4002" /><Relationship Type="http://schemas.openxmlformats.org/officeDocument/2006/relationships/hyperlink" Target="https://github.com/psmithul/tensegrity-rover" TargetMode="External" Id="R1c8af3dc933c49f2" /><Relationship Type="http://schemas.openxmlformats.org/officeDocument/2006/relationships/image" Target="/ppt/media/image5.jpeg" Id="R76d721380d35401e" /><Relationship Type="http://schemas.openxmlformats.org/officeDocument/2006/relationships/image" Target="/ppt/media/image6.jpeg" Id="R1be2d608bf684029" /><Relationship Type="http://schemas.openxmlformats.org/officeDocument/2006/relationships/image" Target="/ppt/media/image12.png" Id="Rcc0cc8fdabf943d9" /><Relationship Type="http://schemas.openxmlformats.org/officeDocument/2006/relationships/image" Target="/ppt/media/image13.png" Id="Rb93afe158e024d5a" /><Relationship Type="http://schemas.openxmlformats.org/officeDocument/2006/relationships/notesSlide" Target="/ppt/notesSlides/notesSlide11.xml" Id="R11805a139fab4f8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7f9e74ef39e4f1e" /><Relationship Type="http://schemas.openxmlformats.org/officeDocument/2006/relationships/image" Target="/ppt/media/image3.png" Id="Re0f23bf24a3a4be9" /><Relationship Type="http://schemas.openxmlformats.org/officeDocument/2006/relationships/image" Target="/ppt/media/image4.png" Id="R2a49a20d0cb345ce" /><Relationship Type="http://schemas.openxmlformats.org/officeDocument/2006/relationships/notesSlide" Target="/ppt/notesSlides/notesSlide12.xml" Id="R295408955ade474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49b9d84dab34e7c" /><Relationship Type="http://schemas.openxmlformats.org/officeDocument/2006/relationships/image" Target="/ppt/media/image3.png" Id="R6194991b0e134290" /><Relationship Type="http://schemas.openxmlformats.org/officeDocument/2006/relationships/image" Target="/ppt/media/image4.png" Id="R66473f64b9214f96" /><Relationship Type="http://schemas.openxmlformats.org/officeDocument/2006/relationships/notesSlide" Target="/ppt/notesSlides/notesSlide13.xml" Id="R887a78578b294b1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be15b5b3ac943c2" /><Relationship Type="http://schemas.openxmlformats.org/officeDocument/2006/relationships/image" Target="/ppt/media/image3.png" Id="R71c8e7bbb743441a" /><Relationship Type="http://schemas.openxmlformats.org/officeDocument/2006/relationships/image" Target="/ppt/media/image4.png" Id="R5b61b2622bce440a" /><Relationship Type="http://schemas.openxmlformats.org/officeDocument/2006/relationships/notesSlide" Target="/ppt/notesSlides/notesSlide14.xml" Id="R71d1ea82e4174e9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a07a5677599401e" /><Relationship Type="http://schemas.openxmlformats.org/officeDocument/2006/relationships/image" Target="/ppt/media/image3.png" Id="R17592b4724014131" /><Relationship Type="http://schemas.openxmlformats.org/officeDocument/2006/relationships/image" Target="/ppt/media/image4.png" Id="R9fa9708fa4014f8c" /><Relationship Type="http://schemas.openxmlformats.org/officeDocument/2006/relationships/notesSlide" Target="/ppt/notesSlides/notesSlide15.xml" Id="R3847fb06dec0439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654984ef6de4771" /><Relationship Type="http://schemas.openxmlformats.org/officeDocument/2006/relationships/image" Target="/ppt/media/image3.png" Id="R91716d6ddca646ee" /><Relationship Type="http://schemas.openxmlformats.org/officeDocument/2006/relationships/image" Target="/ppt/media/image4.png" Id="Rfa44fd5c749a4b1d" /><Relationship Type="http://schemas.openxmlformats.org/officeDocument/2006/relationships/hyperlink" Target="https://doi.org/10.5194/ms-4-139-2013" TargetMode="External" Id="Rea648e67bf6b4014" /><Relationship Type="http://schemas.openxmlformats.org/officeDocument/2006/relationships/hyperlink" Target="https://doi.org/10.1002/aisy.202200025" TargetMode="External" Id="Re23872a5967740c9" /><Relationship Type="http://schemas.openxmlformats.org/officeDocument/2006/relationships/hyperlink" Target="https://arxiv.org/html/1510.07595v1" TargetMode="External" Id="R394aa8788a854e89" /><Relationship Type="http://schemas.openxmlformats.org/officeDocument/2006/relationships/hyperlink" Target="https://www.sciencedirect.com/topics/engineering/tensegrity" TargetMode="External" Id="R31a0042e8d034c3f" /><Relationship Type="http://schemas.openxmlformats.org/officeDocument/2006/relationships/hyperlink" Target="https://github.com/psmithul/tensegrity-rover" TargetMode="External" Id="R5b5f8bc3d6a7418b" /><Relationship Type="http://schemas.openxmlformats.org/officeDocument/2006/relationships/hyperlink" Target="https://roboticsdna.in/product/adxl345-digital-angle-acceleration-sensor-module/" TargetMode="External" Id="R2dacc54413024534" /><Relationship Type="http://schemas.openxmlformats.org/officeDocument/2006/relationships/notesSlide" Target="/ppt/notesSlides/notesSlide16.xml" Id="Rcc16b3f184044b9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9" name="Google Shape;89;p13">
            <a:extLst xmlns:a="http://schemas.openxmlformats.org/drawingml/2006/main">
              <a:ext uri="{FF2B5EF4-FFF2-40B4-BE49-F238E27FC236}">
                <a16:creationId xmlns:a16="http://schemas.microsoft.com/office/drawing/2014/main" id="{CB7627D0-FE49-4762-9A2E-6D4E4424C5F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0b469cbcb264108">
            <a:alphaModFix/>
          </a:blip>
          <a:srcRect xmlns:a="http://schemas.openxmlformats.org/drawingml/2006/main" l="0" t="0" r="0" b="0"/>
          <a:stretch xmlns:a="http://schemas.openxmlformats.org/drawingml/2006/main"/>
        </p:blipFill>
        <p:spPr>
          <a:xfrm xmlns:a="http://schemas.openxmlformats.org/drawingml/2006/main">
            <a:off x="0" y="-2"/>
            <a:ext cx="12192000" cy="6858000"/>
          </a:xfrm>
          <a:prstGeom xmlns:a="http://schemas.openxmlformats.org/drawingml/2006/main" prst="rect">
            <a:avLst/>
          </a:prstGeom>
          <a:ln xmlns:a="http://schemas.openxmlformats.org/drawingml/2006/main">
            <a:noFill/>
          </a:ln>
        </p:spPr>
      </p:pic>
      <p:sp>
        <p:nvSpPr>
          <p:cNvPr id="90" name="Google Shape;90;p13">
            <a:extLst xmlns:a="http://schemas.openxmlformats.org/drawingml/2006/main">
              <a:ext uri="{FF2B5EF4-FFF2-40B4-BE49-F238E27FC236}">
                <a16:creationId xmlns:a16="http://schemas.microsoft.com/office/drawing/2014/main" id="{5472BD08-2B09-4E1B-99A0-FA512B3ACECC}"/>
              </a:ext>
            </a:extLst>
          </p:cNvPr>
          <p:cNvSpPr>
            <a:spLocks xmlns:a="http://schemas.openxmlformats.org/drawingml/2006/main" noGrp="1"/>
          </p:cNvSpPr>
          <p:nvPr/>
        </p:nvSpPr>
        <p:spPr>
          <a:xfrm xmlns:a="http://schemas.openxmlformats.org/drawingml/2006/main">
            <a:off x="2320528" y="3182619"/>
            <a:ext cx="7551000" cy="571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3750"/>
              <a:buFont typeface="Arial"/>
              <a:buNone/>
            </a:pPr>
            <a:r>
              <a:rPr sz="3750" b="1" i="0" u="none" strike="noStrike" cap="none">
                <a:solidFill>
                  <a:srgbClr val="0F172A"/>
                </a:solidFill>
                <a:latin typeface="Poppins"/>
                <a:ea typeface="Poppins"/>
                <a:cs typeface="Poppins"/>
              </a:rPr>
              <a:t>VK26-IITH-SM-0180</a:t>
            </a:r>
            <a:endParaRPr sz="1400" b="0" i="0" u="none" strike="noStrike" cap="none">
              <a:solidFill>
                <a:srgbClr val="000000"/>
              </a:solidFill>
              <a:latin typeface="Arial"/>
              <a:ea typeface="Arial"/>
              <a:cs typeface="Arial"/>
            </a:endParaRPr>
          </a:p>
        </p:txBody>
      </p:sp>
      <p:pic>
        <p:nvPicPr>
          <p:cNvPr id="91" name="Google Shape;91;p13">
            <a:extLst xmlns:a="http://schemas.openxmlformats.org/drawingml/2006/main">
              <a:ext uri="{FF2B5EF4-FFF2-40B4-BE49-F238E27FC236}">
                <a16:creationId xmlns:a16="http://schemas.microsoft.com/office/drawing/2014/main" id="{D0E6CAFD-3869-44A3-8F61-2A390ABF460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ff71d0624074f1a">
            <a:alphaModFix/>
          </a:blip>
          <a:srcRect xmlns:a="http://schemas.openxmlformats.org/drawingml/2006/main" l="0" t="0" r="0" b="0"/>
          <a:stretch xmlns:a="http://schemas.openxmlformats.org/drawingml/2006/main"/>
        </p:blipFill>
        <p:spPr>
          <a:xfrm xmlns:a="http://schemas.openxmlformats.org/drawingml/2006/main">
            <a:off x="3170213" y="2268205"/>
            <a:ext cx="5851614" cy="577200"/>
          </a:xfrm>
          <a:prstGeom xmlns:a="http://schemas.openxmlformats.org/drawingml/2006/main" prst="rect">
            <a:avLst/>
          </a:prstGeom>
          <a:ln xmlns:a="http://schemas.openxmlformats.org/drawingml/2006/main">
            <a:noFill/>
          </a:ln>
        </p:spPr>
      </p:pic>
      <p:pic>
        <p:nvPicPr>
          <p:cNvPr id="92" name="Google Shape;92;p13">
            <a:extLst xmlns:a="http://schemas.openxmlformats.org/drawingml/2006/main">
              <a:ext uri="{FF2B5EF4-FFF2-40B4-BE49-F238E27FC236}">
                <a16:creationId xmlns:a16="http://schemas.microsoft.com/office/drawing/2014/main" id="{1674DE35-F3E2-49F4-8685-41E10C0FF38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c4a8912d7aa444a">
            <a:alphaModFix/>
          </a:blip>
          <a:srcRect xmlns:a="http://schemas.openxmlformats.org/drawingml/2006/main" l="0" t="0" r="0" b="0"/>
          <a:stretch xmlns:a="http://schemas.openxmlformats.org/drawingml/2006/main"/>
        </p:blipFill>
        <p:spPr>
          <a:xfrm xmlns:a="http://schemas.openxmlformats.org/drawingml/2006/main">
            <a:off x="10700669" y="80825"/>
            <a:ext cx="1491330" cy="784825"/>
          </a:xfrm>
          <a:prstGeom xmlns:a="http://schemas.openxmlformats.org/drawingml/2006/main" prst="rect">
            <a:avLst/>
          </a:prstGeom>
          <a:ln xmlns:a="http://schemas.openxmlformats.org/drawingml/2006/main">
            <a:noFill/>
          </a:ln>
        </p:spPr>
      </p:pic>
      <p:pic>
        <p:nvPicPr>
          <p:cNvPr id="93" name="Google Shape;93;p13">
            <a:extLst xmlns:a="http://schemas.openxmlformats.org/drawingml/2006/main">
              <a:ext uri="{FF2B5EF4-FFF2-40B4-BE49-F238E27FC236}">
                <a16:creationId xmlns:a16="http://schemas.microsoft.com/office/drawing/2014/main" id="{942486BC-0E6E-4CF7-A8A8-E355902DE83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1e6fe67b4fd4491">
            <a:alphaModFix/>
          </a:blip>
          <a:srcRect xmlns:a="http://schemas.openxmlformats.org/drawingml/2006/main" l="14673" t="33074" r="15820" b="44466"/>
          <a:stretch xmlns:a="http://schemas.openxmlformats.org/drawingml/2006/main"/>
        </p:blipFill>
        <p:spPr>
          <a:xfrm xmlns:a="http://schemas.openxmlformats.org/drawingml/2006/main">
            <a:off x="0" y="80825"/>
            <a:ext cx="2428825" cy="784825"/>
          </a:xfrm>
          <a:prstGeom xmlns:a="http://schemas.openxmlformats.org/drawingml/2006/main" prst="rect">
            <a:avLst/>
          </a:prstGeom>
          <a:ln xmlns:a="http://schemas.openxmlformats.org/drawingml/2006/main">
            <a:noFill/>
          </a:ln>
        </p:spPr>
      </p:pic>
      <p:sp>
        <p:nvSpPr>
          <p:cNvPr id="94" name="Google Shape;94;p13">
            <a:extLst xmlns:a="http://schemas.openxmlformats.org/drawingml/2006/main">
              <a:ext uri="{FF2B5EF4-FFF2-40B4-BE49-F238E27FC236}">
                <a16:creationId xmlns:a16="http://schemas.microsoft.com/office/drawing/2014/main" id="{CF8EED69-CD5D-4D4E-905F-07B3930C1EFD}"/>
              </a:ext>
            </a:extLst>
          </p:cNvPr>
          <p:cNvSpPr>
            <a:spLocks xmlns:a="http://schemas.openxmlformats.org/drawingml/2006/main" noGrp="1"/>
          </p:cNvSpPr>
          <p:nvPr/>
        </p:nvSpPr>
        <p:spPr>
          <a:xfrm xmlns:a="http://schemas.openxmlformats.org/drawingml/2006/main">
            <a:off x="1905000" y="5629275"/>
            <a:ext cx="83820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500"/>
              <a:buFont typeface="Arial"/>
              <a:buNone/>
            </a:pPr>
            <a:r>
              <a:rPr sz="1500" b="0" i="0" u="sng" strike="noStrike" cap="none">
                <a:solidFill>
                  <a:schemeClr val="hlink"/>
                </a:solidFill>
                <a:latin typeface="Inter"/>
                <a:ea typeface="Inter"/>
                <a:cs typeface="Inter"/>
                <a:hlinkClick xmlns:r="http://schemas.openxmlformats.org/officeDocument/2006/relationships" r:id="R70acab9048f84b02"/>
              </a:rPr>
              <a:t>github.com/psmithul/tensegrity-rover</a:t>
            </a:r>
            <a:endParaRPr/>
          </a:p>
        </p:txBody>
      </p:sp>
    </p:spTree>
    <p:extLst>
      <p:ext uri="{BB962C8B-B14F-4D97-AF65-F5344CB8AC3E}">
        <p14:creationId xmlns:p14="http://schemas.microsoft.com/office/powerpoint/2010/main" val="10850990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 name="Google Shape;100;p14">
            <a:extLst xmlns:a="http://schemas.openxmlformats.org/drawingml/2006/main">
              <a:ext uri="{FF2B5EF4-FFF2-40B4-BE49-F238E27FC236}">
                <a16:creationId xmlns:a16="http://schemas.microsoft.com/office/drawing/2014/main" id="{F356749F-DA32-49BC-BF1C-D0266448FAB7}"/>
              </a:ext>
            </a:extLst>
          </p:cNvPr>
          <p:cNvSpPr>
            <a:spLocks xmlns:a="http://schemas.openxmlformats.org/drawingml/2006/main" noGrp="1"/>
          </p:cNvSpPr>
          <p:nvPr/>
        </p:nvSpPr>
        <p:spPr>
          <a:xfrm xmlns:a="http://schemas.openxmlformats.org/drawingml/2006/main">
            <a:off x="571500" y="476250"/>
            <a:ext cx="11601600" cy="388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1E3A8A"/>
                </a:solidFill>
                <a:latin typeface="Poppins"/>
                <a:ea typeface="Poppins"/>
                <a:cs typeface="Poppins"/>
              </a:rPr>
              <a:t>Problem Context</a:t>
            </a:r>
            <a:endParaRPr sz="1400" b="0" i="0" u="none" strike="noStrike" cap="none">
              <a:solidFill>
                <a:srgbClr val="000000"/>
              </a:solidFill>
              <a:latin typeface="Arial"/>
              <a:ea typeface="Arial"/>
              <a:cs typeface="Arial"/>
            </a:endParaRPr>
          </a:p>
        </p:txBody>
      </p:sp>
      <p:pic>
        <p:nvPicPr>
          <p:cNvPr id="101" name="Google Shape;101;p14">
            <a:extLst xmlns:a="http://schemas.openxmlformats.org/drawingml/2006/main">
              <a:ext uri="{FF2B5EF4-FFF2-40B4-BE49-F238E27FC236}">
                <a16:creationId xmlns:a16="http://schemas.microsoft.com/office/drawing/2014/main" id="{D934D7FD-D4ED-40AF-B449-B42FEE7075B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f365f77b9f2498e">
            <a:alphaModFix/>
          </a:blip>
          <a:srcRect xmlns:a="http://schemas.openxmlformats.org/drawingml/2006/main" l="0" t="0" r="0" b="0"/>
          <a:stretch xmlns:a="http://schemas.openxmlformats.org/drawingml/2006/main"/>
        </p:blipFill>
        <p:spPr>
          <a:xfrm xmlns:a="http://schemas.openxmlformats.org/drawingml/2006/main">
            <a:off x="11095194" y="6280800"/>
            <a:ext cx="1096806" cy="577200"/>
          </a:xfrm>
          <a:prstGeom xmlns:a="http://schemas.openxmlformats.org/drawingml/2006/main" prst="rect">
            <a:avLst/>
          </a:prstGeom>
          <a:ln xmlns:a="http://schemas.openxmlformats.org/drawingml/2006/main">
            <a:noFill/>
          </a:ln>
        </p:spPr>
      </p:pic>
      <p:pic>
        <p:nvPicPr>
          <p:cNvPr id="102" name="Google Shape;102;p14">
            <a:extLst xmlns:a="http://schemas.openxmlformats.org/drawingml/2006/main">
              <a:ext uri="{FF2B5EF4-FFF2-40B4-BE49-F238E27FC236}">
                <a16:creationId xmlns:a16="http://schemas.microsoft.com/office/drawing/2014/main" id="{B3917CFF-7068-48A5-98C5-09F7B9438BA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b57de99641340ae">
            <a:alphaModFix/>
          </a:blip>
          <a:srcRect xmlns:a="http://schemas.openxmlformats.org/drawingml/2006/main" l="14673" t="33074" r="15820" b="44466"/>
          <a:stretch xmlns:a="http://schemas.openxmlformats.org/drawingml/2006/main"/>
        </p:blipFill>
        <p:spPr>
          <a:xfrm xmlns:a="http://schemas.openxmlformats.org/drawingml/2006/main">
            <a:off x="0" y="6280800"/>
            <a:ext cx="1786280" cy="577200"/>
          </a:xfrm>
          <a:prstGeom xmlns:a="http://schemas.openxmlformats.org/drawingml/2006/main" prst="rect">
            <a:avLst/>
          </a:prstGeom>
          <a:ln xmlns:a="http://schemas.openxmlformats.org/drawingml/2006/main">
            <a:noFill/>
          </a:ln>
        </p:spPr>
      </p:pic>
      <p:sp>
        <p:nvSpPr>
          <p:cNvPr id="103" name="Google Shape;103;p14">
            <a:extLst xmlns:a="http://schemas.openxmlformats.org/drawingml/2006/main">
              <a:ext uri="{FF2B5EF4-FFF2-40B4-BE49-F238E27FC236}">
                <a16:creationId xmlns:a16="http://schemas.microsoft.com/office/drawing/2014/main" id="{8565C9A6-974A-4DB3-BAA7-D521F3776BCD}"/>
              </a:ext>
            </a:extLst>
          </p:cNvPr>
          <p:cNvSpPr>
            <a:spLocks xmlns:a="http://schemas.openxmlformats.org/drawingml/2006/main" noGrp="1"/>
          </p:cNvSpPr>
          <p:nvPr/>
        </p:nvSpPr>
        <p:spPr>
          <a:xfrm xmlns:a="http://schemas.openxmlformats.org/drawingml/2006/main">
            <a:off x="571500" y="1276350"/>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50"/>
              <a:buFont typeface="Arial"/>
              <a:buNone/>
            </a:pPr>
            <a:r>
              <a:rPr sz="1650" b="1" i="0" u="none" strike="noStrike" cap="none">
                <a:solidFill>
                  <a:srgbClr val="0284C7"/>
                </a:solidFill>
                <a:latin typeface="Poppins SemiBold"/>
                <a:ea typeface="Poppins SemiBold"/>
                <a:cs typeface="Poppins SemiBold"/>
              </a:rPr>
              <a:t>Project overview</a:t>
            </a:r>
            <a:endParaRPr sz="1400" b="0" i="0" u="none" strike="noStrike" cap="none">
              <a:solidFill>
                <a:srgbClr val="000000"/>
              </a:solidFill>
              <a:latin typeface="Arial"/>
              <a:ea typeface="Arial"/>
              <a:cs typeface="Arial"/>
            </a:endParaRPr>
          </a:p>
        </p:txBody>
      </p:sp>
      <p:sp>
        <p:nvSpPr>
          <p:cNvPr id="104" name="Google Shape;104;p14">
            <a:extLst xmlns:a="http://schemas.openxmlformats.org/drawingml/2006/main">
              <a:ext uri="{FF2B5EF4-FFF2-40B4-BE49-F238E27FC236}">
                <a16:creationId xmlns:a16="http://schemas.microsoft.com/office/drawing/2014/main" id="{3C49C837-2E96-4F58-8E26-661FE8EDC559}"/>
              </a:ext>
            </a:extLst>
          </p:cNvPr>
          <p:cNvSpPr>
            <a:spLocks xmlns:a="http://schemas.openxmlformats.org/drawingml/2006/main" noGrp="1"/>
          </p:cNvSpPr>
          <p:nvPr/>
        </p:nvSpPr>
        <p:spPr>
          <a:xfrm xmlns:a="http://schemas.openxmlformats.org/drawingml/2006/main">
            <a:off x="571500" y="1695450"/>
            <a:ext cx="53340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00"/>
              <a:buFont typeface="Arial"/>
              <a:buNone/>
            </a:pPr>
            <a:r>
              <a:rPr sz="2100" b="1" i="0" u="none" strike="noStrike" cap="none">
                <a:solidFill>
                  <a:srgbClr val="334155"/>
                </a:solidFill>
                <a:latin typeface="Poppins"/>
                <a:ea typeface="Poppins"/>
                <a:cs typeface="Poppins"/>
              </a:rPr>
              <a:t>Adaptive tensegrity suspension</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100"/>
              <a:buFont typeface="Arial"/>
              <a:buNone/>
            </a:pPr>
            <a:r>
              <a:rPr sz="2100" b="1" i="0" u="none" strike="noStrike" cap="none">
                <a:solidFill>
                  <a:srgbClr val="334155"/>
                </a:solidFill>
                <a:latin typeface="Poppins"/>
                <a:ea typeface="Poppins"/>
                <a:cs typeface="Poppins"/>
              </a:rPr>
              <a:t>for rough-terrain inspection</a:t>
            </a:r>
            <a:endParaRPr sz="1400" b="0" i="0" u="none" strike="noStrike" cap="none">
              <a:solidFill>
                <a:srgbClr val="000000"/>
              </a:solidFill>
              <a:latin typeface="Arial"/>
              <a:ea typeface="Arial"/>
              <a:cs typeface="Arial"/>
            </a:endParaRPr>
          </a:p>
        </p:txBody>
      </p:sp>
      <p:sp>
        <p:nvSpPr>
          <p:cNvPr id="105" name="Google Shape;105;p14">
            <a:extLst xmlns:a="http://schemas.openxmlformats.org/drawingml/2006/main">
              <a:ext uri="{FF2B5EF4-FFF2-40B4-BE49-F238E27FC236}">
                <a16:creationId xmlns:a16="http://schemas.microsoft.com/office/drawing/2014/main" id="{15A0E55A-9901-426D-8AB0-C527F56C7CFA}"/>
              </a:ext>
            </a:extLst>
          </p:cNvPr>
          <p:cNvSpPr>
            <a:spLocks xmlns:a="http://schemas.openxmlformats.org/drawingml/2006/main" noGrp="1"/>
          </p:cNvSpPr>
          <p:nvPr/>
        </p:nvSpPr>
        <p:spPr>
          <a:xfrm xmlns:a="http://schemas.openxmlformats.org/drawingml/2006/main">
            <a:off x="571500" y="2676525"/>
            <a:ext cx="5334000" cy="104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Team ID: VK26-IITH-SM-0180</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Track: Sustainable Mining</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Autonomous Subterranean &amp; Rough-Terrain Exploration</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Faculty mentor: Sanjeevi Nakka</a:t>
            </a:r>
            <a:endParaRPr sz="1400" b="0" i="0" u="none" strike="noStrike" cap="none">
              <a:solidFill>
                <a:srgbClr val="000000"/>
              </a:solidFill>
              <a:latin typeface="Arial"/>
              <a:ea typeface="Arial"/>
              <a:cs typeface="Arial"/>
            </a:endParaRPr>
          </a:p>
        </p:txBody>
      </p:sp>
      <p:sp>
        <p:nvSpPr>
          <p:cNvPr id="106" name="Google Shape;106;p14">
            <a:extLst xmlns:a="http://schemas.openxmlformats.org/drawingml/2006/main">
              <a:ext uri="{FF2B5EF4-FFF2-40B4-BE49-F238E27FC236}">
                <a16:creationId xmlns:a16="http://schemas.microsoft.com/office/drawing/2014/main" id="{1C562845-8E3F-4770-B3A9-5540C9E0A736}"/>
              </a:ext>
            </a:extLst>
          </p:cNvPr>
          <p:cNvSpPr>
            <a:spLocks xmlns:a="http://schemas.openxmlformats.org/drawingml/2006/main" noGrp="1"/>
          </p:cNvSpPr>
          <p:nvPr/>
        </p:nvSpPr>
        <p:spPr>
          <a:xfrm xmlns:a="http://schemas.openxmlformats.org/drawingml/2006/main">
            <a:off x="571500" y="3952875"/>
            <a:ext cx="5334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1" i="0" u="none" strike="noStrike" cap="none">
                <a:solidFill>
                  <a:srgbClr val="334155"/>
                </a:solidFill>
                <a:latin typeface="Inter"/>
                <a:ea typeface="Inter"/>
                <a:cs typeface="Inter"/>
              </a:rPr>
              <a:t>Problem</a:t>
            </a:r>
            <a:endParaRPr sz="1400" b="0" i="0" u="none" strike="noStrike" cap="none">
              <a:solidFill>
                <a:srgbClr val="000000"/>
              </a:solidFill>
              <a:latin typeface="Arial"/>
              <a:ea typeface="Arial"/>
              <a:cs typeface="Arial"/>
            </a:endParaRPr>
          </a:p>
        </p:txBody>
      </p:sp>
      <p:sp>
        <p:nvSpPr>
          <p:cNvPr id="107" name="Google Shape;107;p14">
            <a:extLst xmlns:a="http://schemas.openxmlformats.org/drawingml/2006/main">
              <a:ext uri="{FF2B5EF4-FFF2-40B4-BE49-F238E27FC236}">
                <a16:creationId xmlns:a16="http://schemas.microsoft.com/office/drawing/2014/main" id="{C243E7F7-D047-4E39-9041-F3027721A8B3}"/>
              </a:ext>
            </a:extLst>
          </p:cNvPr>
          <p:cNvSpPr>
            <a:spLocks xmlns:a="http://schemas.openxmlformats.org/drawingml/2006/main" noGrp="1"/>
          </p:cNvSpPr>
          <p:nvPr/>
        </p:nvSpPr>
        <p:spPr>
          <a:xfrm xmlns:a="http://schemas.openxmlformats.org/drawingml/2006/main">
            <a:off x="571500" y="4276725"/>
            <a:ext cx="5334000" cy="933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Rough ground shakes the cameras and electronics carried by an inspection rover. Slowing down can reduce excitation, but increases the time needed to cover a route.</a:t>
            </a:r>
            <a:endParaRPr sz="1400" b="0" i="0" u="none" strike="noStrike" cap="none">
              <a:solidFill>
                <a:srgbClr val="000000"/>
              </a:solidFill>
              <a:latin typeface="Arial"/>
              <a:ea typeface="Arial"/>
              <a:cs typeface="Arial"/>
            </a:endParaRPr>
          </a:p>
        </p:txBody>
      </p:sp>
      <p:sp>
        <p:nvSpPr>
          <p:cNvPr id="108" name="Google Shape;108;p14">
            <a:extLst xmlns:a="http://schemas.openxmlformats.org/drawingml/2006/main">
              <a:ext uri="{FF2B5EF4-FFF2-40B4-BE49-F238E27FC236}">
                <a16:creationId xmlns:a16="http://schemas.microsoft.com/office/drawing/2014/main" id="{9FE2F984-BE1B-439E-8C1C-D1FDEA57125F}"/>
              </a:ext>
            </a:extLst>
          </p:cNvPr>
          <p:cNvSpPr>
            <a:spLocks xmlns:a="http://schemas.openxmlformats.org/drawingml/2006/main" noGrp="1"/>
          </p:cNvSpPr>
          <p:nvPr/>
        </p:nvSpPr>
        <p:spPr>
          <a:xfrm xmlns:a="http://schemas.openxmlformats.org/drawingml/2006/main">
            <a:off x="571500" y="5295900"/>
            <a:ext cx="53340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1" i="0" u="none" strike="noStrike" cap="none">
                <a:solidFill>
                  <a:srgbClr val="334155"/>
                </a:solidFill>
                <a:latin typeface="Inter"/>
                <a:ea typeface="Inter"/>
                <a:cs typeface="Inter"/>
              </a:rPr>
              <a:t>Target users: mine-inspection teams and rough-terrain robotics developers.</a:t>
            </a:r>
            <a:endParaRPr sz="1400" b="0" i="0" u="none" strike="noStrike" cap="none">
              <a:solidFill>
                <a:srgbClr val="000000"/>
              </a:solidFill>
              <a:latin typeface="Arial"/>
              <a:ea typeface="Arial"/>
              <a:cs typeface="Arial"/>
            </a:endParaRPr>
          </a:p>
        </p:txBody>
      </p:sp>
      <p:pic>
        <p:nvPicPr>
          <p:cNvPr id="109" name="Google Shape;109;p14">
            <a:extLst xmlns:a="http://schemas.openxmlformats.org/drawingml/2006/main">
              <a:ext uri="{FF2B5EF4-FFF2-40B4-BE49-F238E27FC236}">
                <a16:creationId xmlns:a16="http://schemas.microsoft.com/office/drawing/2014/main" id="{E81ED00F-181A-4A3B-AEA1-A3A1F7CD04B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d5871e7f5da4a71">
            <a:alphaModFix/>
          </a:blip>
          <a:srcRect xmlns:a="http://schemas.openxmlformats.org/drawingml/2006/main" l="17995" t="6296" r="14714" b="2963"/>
          <a:stretch xmlns:a="http://schemas.openxmlformats.org/drawingml/2006/main"/>
        </p:blipFill>
        <p:spPr>
          <a:xfrm xmlns:a="http://schemas.openxmlformats.org/drawingml/2006/main">
            <a:off x="6345670" y="1362075"/>
            <a:ext cx="4929909" cy="3667125"/>
          </a:xfrm>
          <a:prstGeom xmlns:a="http://schemas.openxmlformats.org/drawingml/2006/main" prst="rect">
            <a:avLst/>
          </a:prstGeom>
          <a:ln xmlns:a="http://schemas.openxmlformats.org/drawingml/2006/main">
            <a:noFill/>
          </a:ln>
        </p:spPr>
      </p:pic>
      <p:sp>
        <p:nvSpPr>
          <p:cNvPr id="110" name="Google Shape;110;p14">
            <a:extLst xmlns:a="http://schemas.openxmlformats.org/drawingml/2006/main">
              <a:ext uri="{FF2B5EF4-FFF2-40B4-BE49-F238E27FC236}">
                <a16:creationId xmlns:a16="http://schemas.microsoft.com/office/drawing/2014/main" id="{5F4B029E-2CA6-44D9-A3BA-08D93BEF11D8}"/>
              </a:ext>
            </a:extLst>
          </p:cNvPr>
          <p:cNvSpPr>
            <a:spLocks xmlns:a="http://schemas.openxmlformats.org/drawingml/2006/main" noGrp="1"/>
          </p:cNvSpPr>
          <p:nvPr/>
        </p:nvSpPr>
        <p:spPr>
          <a:xfrm xmlns:a="http://schemas.openxmlformats.org/drawingml/2006/main">
            <a:off x="6191250" y="5191125"/>
            <a:ext cx="5238750" cy="219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975"/>
              <a:buFont typeface="Arial"/>
              <a:buNone/>
            </a:pPr>
            <a:r>
              <a:rPr sz="975" b="0" i="0" u="none" strike="noStrike" cap="none">
                <a:solidFill>
                  <a:srgbClr val="64748B"/>
                </a:solidFill>
                <a:latin typeface="Inter"/>
                <a:ea typeface="Inter"/>
                <a:cs typeface="Inter"/>
              </a:rPr>
              <a:t>CAD of one complete suspension joint</a:t>
            </a:r>
            <a:r>
              <a:rPr sz="975">
                <a:solidFill>
                  <a:srgbClr val="64748B"/>
                </a:solidFill>
                <a:latin typeface="Inter"/>
                <a:ea typeface="Inter"/>
                <a:cs typeface="Inter"/>
              </a:rPr>
              <a:t> [AI Edited Image]</a:t>
            </a:r>
            <a:endParaRPr sz="1400" b="0" i="0" u="none" strike="noStrike" cap="none">
              <a:solidFill>
                <a:srgbClr val="000000"/>
              </a:solidFill>
              <a:latin typeface="Arial"/>
              <a:ea typeface="Arial"/>
              <a:cs typeface="Arial"/>
            </a:endParaRPr>
          </a:p>
        </p:txBody>
      </p:sp>
      <p:sp>
        <p:nvSpPr>
          <p:cNvPr id="111" name="Google Shape;111;p14">
            <a:extLst xmlns:a="http://schemas.openxmlformats.org/drawingml/2006/main">
              <a:ext uri="{FF2B5EF4-FFF2-40B4-BE49-F238E27FC236}">
                <a16:creationId xmlns:a16="http://schemas.microsoft.com/office/drawing/2014/main" id="{0710F64B-0925-4AA1-A418-121669AF6BE4}"/>
              </a:ext>
            </a:extLst>
          </p:cNvPr>
          <p:cNvSpPr>
            <a:spLocks xmlns:a="http://schemas.openxmlformats.org/drawingml/2006/main" noGrp="1"/>
          </p:cNvSpPr>
          <p:nvPr/>
        </p:nvSpPr>
        <p:spPr>
          <a:xfrm xmlns:a="http://schemas.openxmlformats.org/drawingml/2006/main">
            <a:off x="571500" y="5905500"/>
            <a:ext cx="10858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1" i="0" u="none" strike="noStrike" cap="none">
                <a:solidFill>
                  <a:srgbClr val="0284C7"/>
                </a:solidFill>
                <a:latin typeface="Inter"/>
                <a:ea typeface="Inter"/>
                <a:cs typeface="Inter"/>
              </a:rPr>
              <a:t>Core innovation: change joint preload using measured vibration, then select a suitable travel speed.</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49981253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7" name="Google Shape;117;p15">
            <a:extLst xmlns:a="http://schemas.openxmlformats.org/drawingml/2006/main">
              <a:ext uri="{FF2B5EF4-FFF2-40B4-BE49-F238E27FC236}">
                <a16:creationId xmlns:a16="http://schemas.microsoft.com/office/drawing/2014/main" id="{18E5C2FC-5C56-487C-BB82-CE452C2ABC1E}"/>
              </a:ext>
            </a:extLst>
          </p:cNvPr>
          <p:cNvCxnSpPr>
            <a:stCxn xmlns:a="http://schemas.openxmlformats.org/drawingml/2006/main" id="118" idx="3"/>
            <a:endCxn xmlns:a="http://schemas.openxmlformats.org/drawingml/2006/main" id="119" idx="1"/>
          </p:cNvCxnSpPr>
          <p:nvPr/>
        </p:nvCxnSpPr>
        <p:spPr>
          <a:xfrm xmlns:a="http://schemas.openxmlformats.org/drawingml/2006/main">
            <a:off x="8715375" y="4367213"/>
            <a:ext cx="571500" cy="0"/>
          </a:xfrm>
          <a:prstGeom xmlns:a="http://schemas.openxmlformats.org/drawingml/2006/main" prst="straightConnector1">
            <a:avLst/>
          </a:prstGeom>
          <a:ln xmlns:a="http://schemas.openxmlformats.org/drawingml/2006/main" w="11425" cap="flat">
            <a:solidFill>
              <a:srgbClr val="64748B"/>
            </a:solidFill>
            <a:prstDash val="solid"/>
            <a:round/>
            <a:headEnd type="none" w="sm" len="sm"/>
            <a:tailEnd type="triangle" w="sm" len="sm"/>
          </a:ln>
        </p:spPr>
      </p:cxnSp>
      <p:cxnSp>
        <p:nvCxnSpPr>
          <p:cNvPr id="120" name="Google Shape;120;p15">
            <a:extLst xmlns:a="http://schemas.openxmlformats.org/drawingml/2006/main">
              <a:ext uri="{FF2B5EF4-FFF2-40B4-BE49-F238E27FC236}">
                <a16:creationId xmlns:a16="http://schemas.microsoft.com/office/drawing/2014/main" id="{8CC8CEEB-3337-4D2E-A06B-831F2D81FA80}"/>
              </a:ext>
            </a:extLst>
          </p:cNvPr>
          <p:cNvCxnSpPr>
            <a:stCxn xmlns:a="http://schemas.openxmlformats.org/drawingml/2006/main" id="121" idx="3"/>
            <a:endCxn xmlns:a="http://schemas.openxmlformats.org/drawingml/2006/main" id="118" idx="1"/>
          </p:cNvCxnSpPr>
          <p:nvPr/>
        </p:nvCxnSpPr>
        <p:spPr>
          <a:xfrm xmlns:a="http://schemas.openxmlformats.org/drawingml/2006/main">
            <a:off x="5810250" y="4367213"/>
            <a:ext cx="571500" cy="0"/>
          </a:xfrm>
          <a:prstGeom xmlns:a="http://schemas.openxmlformats.org/drawingml/2006/main" prst="straightConnector1">
            <a:avLst/>
          </a:prstGeom>
          <a:ln xmlns:a="http://schemas.openxmlformats.org/drawingml/2006/main" w="11425" cap="flat">
            <a:solidFill>
              <a:srgbClr val="64748B"/>
            </a:solidFill>
            <a:prstDash val="solid"/>
            <a:round/>
            <a:headEnd type="none" w="sm" len="sm"/>
            <a:tailEnd type="triangle" w="sm" len="sm"/>
          </a:ln>
        </p:spPr>
      </p:cxnSp>
      <p:cxnSp>
        <p:nvCxnSpPr>
          <p:cNvPr id="122" name="Google Shape;122;p15">
            <a:extLst xmlns:a="http://schemas.openxmlformats.org/drawingml/2006/main">
              <a:ext uri="{FF2B5EF4-FFF2-40B4-BE49-F238E27FC236}">
                <a16:creationId xmlns:a16="http://schemas.microsoft.com/office/drawing/2014/main" id="{8F96FFDA-8485-4917-ABB8-9B094017CAD6}"/>
              </a:ext>
            </a:extLst>
          </p:cNvPr>
          <p:cNvCxnSpPr>
            <a:stCxn xmlns:a="http://schemas.openxmlformats.org/drawingml/2006/main" id="123" idx="3"/>
            <a:endCxn xmlns:a="http://schemas.openxmlformats.org/drawingml/2006/main" id="121" idx="1"/>
          </p:cNvCxnSpPr>
          <p:nvPr/>
        </p:nvCxnSpPr>
        <p:spPr>
          <a:xfrm xmlns:a="http://schemas.openxmlformats.org/drawingml/2006/main">
            <a:off x="2905125" y="4367213"/>
            <a:ext cx="571500" cy="0"/>
          </a:xfrm>
          <a:prstGeom xmlns:a="http://schemas.openxmlformats.org/drawingml/2006/main" prst="straightConnector1">
            <a:avLst/>
          </a:prstGeom>
          <a:ln xmlns:a="http://schemas.openxmlformats.org/drawingml/2006/main" w="11425" cap="flat">
            <a:solidFill>
              <a:srgbClr val="64748B"/>
            </a:solidFill>
            <a:prstDash val="solid"/>
            <a:round/>
            <a:headEnd type="none" w="sm" len="sm"/>
            <a:tailEnd type="triangle" w="sm" len="sm"/>
          </a:ln>
        </p:spPr>
      </p:cxnSp>
      <p:cxnSp>
        <p:nvCxnSpPr>
          <p:cNvPr id="124" name="Google Shape;124;p15">
            <a:extLst xmlns:a="http://schemas.openxmlformats.org/drawingml/2006/main">
              <a:ext uri="{FF2B5EF4-FFF2-40B4-BE49-F238E27FC236}">
                <a16:creationId xmlns:a16="http://schemas.microsoft.com/office/drawing/2014/main" id="{B90A0192-CAA3-47B1-808F-5850ED89544A}"/>
              </a:ext>
            </a:extLst>
          </p:cNvPr>
          <p:cNvCxnSpPr>
            <a:stCxn xmlns:a="http://schemas.openxmlformats.org/drawingml/2006/main" id="125" idx="3"/>
            <a:endCxn xmlns:a="http://schemas.openxmlformats.org/drawingml/2006/main" id="126" idx="1"/>
          </p:cNvCxnSpPr>
          <p:nvPr/>
        </p:nvCxnSpPr>
        <p:spPr>
          <a:xfrm xmlns:a="http://schemas.openxmlformats.org/drawingml/2006/main">
            <a:off x="8715375" y="2176463"/>
            <a:ext cx="571500" cy="0"/>
          </a:xfrm>
          <a:prstGeom xmlns:a="http://schemas.openxmlformats.org/drawingml/2006/main" prst="straightConnector1">
            <a:avLst/>
          </a:prstGeom>
          <a:ln xmlns:a="http://schemas.openxmlformats.org/drawingml/2006/main" w="11425" cap="flat">
            <a:solidFill>
              <a:srgbClr val="64748B"/>
            </a:solidFill>
            <a:prstDash val="solid"/>
            <a:round/>
            <a:headEnd type="none" w="sm" len="sm"/>
            <a:tailEnd type="triangle" w="sm" len="sm"/>
          </a:ln>
        </p:spPr>
      </p:cxnSp>
      <p:cxnSp>
        <p:nvCxnSpPr>
          <p:cNvPr id="127" name="Google Shape;127;p15">
            <a:extLst xmlns:a="http://schemas.openxmlformats.org/drawingml/2006/main">
              <a:ext uri="{FF2B5EF4-FFF2-40B4-BE49-F238E27FC236}">
                <a16:creationId xmlns:a16="http://schemas.microsoft.com/office/drawing/2014/main" id="{8E30F4BE-7F76-470B-9533-468525E33C15}"/>
              </a:ext>
            </a:extLst>
          </p:cNvPr>
          <p:cNvCxnSpPr>
            <a:stCxn xmlns:a="http://schemas.openxmlformats.org/drawingml/2006/main" id="128" idx="3"/>
            <a:endCxn xmlns:a="http://schemas.openxmlformats.org/drawingml/2006/main" id="125" idx="1"/>
          </p:cNvCxnSpPr>
          <p:nvPr/>
        </p:nvCxnSpPr>
        <p:spPr>
          <a:xfrm xmlns:a="http://schemas.openxmlformats.org/drawingml/2006/main">
            <a:off x="5810250" y="2176463"/>
            <a:ext cx="571500" cy="0"/>
          </a:xfrm>
          <a:prstGeom xmlns:a="http://schemas.openxmlformats.org/drawingml/2006/main" prst="straightConnector1">
            <a:avLst/>
          </a:prstGeom>
          <a:ln xmlns:a="http://schemas.openxmlformats.org/drawingml/2006/main" w="11425" cap="flat">
            <a:solidFill>
              <a:srgbClr val="64748B"/>
            </a:solidFill>
            <a:prstDash val="solid"/>
            <a:round/>
            <a:headEnd type="none" w="sm" len="sm"/>
            <a:tailEnd type="triangle" w="sm" len="sm"/>
          </a:ln>
        </p:spPr>
      </p:cxnSp>
      <p:cxnSp>
        <p:nvCxnSpPr>
          <p:cNvPr id="129" name="Google Shape;129;p15">
            <a:extLst xmlns:a="http://schemas.openxmlformats.org/drawingml/2006/main">
              <a:ext uri="{FF2B5EF4-FFF2-40B4-BE49-F238E27FC236}">
                <a16:creationId xmlns:a16="http://schemas.microsoft.com/office/drawing/2014/main" id="{79D4257D-DE4C-4826-B393-5DAD158354A7}"/>
              </a:ext>
            </a:extLst>
          </p:cNvPr>
          <p:cNvCxnSpPr>
            <a:stCxn xmlns:a="http://schemas.openxmlformats.org/drawingml/2006/main" id="130" idx="3"/>
            <a:endCxn xmlns:a="http://schemas.openxmlformats.org/drawingml/2006/main" id="128" idx="1"/>
          </p:cNvCxnSpPr>
          <p:nvPr/>
        </p:nvCxnSpPr>
        <p:spPr>
          <a:xfrm xmlns:a="http://schemas.openxmlformats.org/drawingml/2006/main">
            <a:off x="2905125" y="2176463"/>
            <a:ext cx="571500" cy="0"/>
          </a:xfrm>
          <a:prstGeom xmlns:a="http://schemas.openxmlformats.org/drawingml/2006/main" prst="straightConnector1">
            <a:avLst/>
          </a:prstGeom>
          <a:ln xmlns:a="http://schemas.openxmlformats.org/drawingml/2006/main" w="11425" cap="flat">
            <a:solidFill>
              <a:srgbClr val="64748B"/>
            </a:solidFill>
            <a:prstDash val="solid"/>
            <a:round/>
            <a:headEnd type="none" w="sm" len="sm"/>
            <a:tailEnd type="triangle" w="sm" len="sm"/>
          </a:ln>
        </p:spPr>
      </p:cxnSp>
      <p:sp>
        <p:nvSpPr>
          <p:cNvPr id="131" name="Google Shape;131;p15">
            <a:extLst xmlns:a="http://schemas.openxmlformats.org/drawingml/2006/main">
              <a:ext uri="{FF2B5EF4-FFF2-40B4-BE49-F238E27FC236}">
                <a16:creationId xmlns:a16="http://schemas.microsoft.com/office/drawing/2014/main" id="{B74E164A-22C8-4BCF-B166-51C2DEAFE04D}"/>
              </a:ext>
            </a:extLst>
          </p:cNvPr>
          <p:cNvSpPr>
            <a:spLocks xmlns:a="http://schemas.openxmlformats.org/drawingml/2006/main" noGrp="1"/>
          </p:cNvSpPr>
          <p:nvPr/>
        </p:nvSpPr>
        <p:spPr>
          <a:xfrm xmlns:a="http://schemas.openxmlformats.org/drawingml/2006/main">
            <a:off x="571500" y="476250"/>
            <a:ext cx="11601600" cy="388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1E3A8A"/>
                </a:solidFill>
                <a:latin typeface="Poppins"/>
                <a:ea typeface="Poppins"/>
                <a:cs typeface="Poppins"/>
              </a:rPr>
              <a:t>User Journey</a:t>
            </a:r>
            <a:endParaRPr sz="1400" b="0" i="0" u="none" strike="noStrike" cap="none">
              <a:solidFill>
                <a:srgbClr val="000000"/>
              </a:solidFill>
              <a:latin typeface="Arial"/>
              <a:ea typeface="Arial"/>
              <a:cs typeface="Arial"/>
            </a:endParaRPr>
          </a:p>
        </p:txBody>
      </p:sp>
      <p:pic>
        <p:nvPicPr>
          <p:cNvPr id="132" name="Google Shape;132;p15">
            <a:extLst xmlns:a="http://schemas.openxmlformats.org/drawingml/2006/main">
              <a:ext uri="{FF2B5EF4-FFF2-40B4-BE49-F238E27FC236}">
                <a16:creationId xmlns:a16="http://schemas.microsoft.com/office/drawing/2014/main" id="{B0281B79-F85A-44D4-9C66-0C149958C2B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fdcf7acba9d4951">
            <a:alphaModFix/>
          </a:blip>
          <a:srcRect xmlns:a="http://schemas.openxmlformats.org/drawingml/2006/main" l="0" t="0" r="0" b="0"/>
          <a:stretch xmlns:a="http://schemas.openxmlformats.org/drawingml/2006/main"/>
        </p:blipFill>
        <p:spPr>
          <a:xfrm xmlns:a="http://schemas.openxmlformats.org/drawingml/2006/main">
            <a:off x="11095194" y="6280800"/>
            <a:ext cx="1096806" cy="577200"/>
          </a:xfrm>
          <a:prstGeom xmlns:a="http://schemas.openxmlformats.org/drawingml/2006/main" prst="rect">
            <a:avLst/>
          </a:prstGeom>
          <a:ln xmlns:a="http://schemas.openxmlformats.org/drawingml/2006/main">
            <a:noFill/>
          </a:ln>
        </p:spPr>
      </p:pic>
      <p:pic>
        <p:nvPicPr>
          <p:cNvPr id="133" name="Google Shape;133;p15">
            <a:extLst xmlns:a="http://schemas.openxmlformats.org/drawingml/2006/main">
              <a:ext uri="{FF2B5EF4-FFF2-40B4-BE49-F238E27FC236}">
                <a16:creationId xmlns:a16="http://schemas.microsoft.com/office/drawing/2014/main" id="{2A98C3F4-B482-45F9-83FE-9478A83C3D3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5ce93997b32412d">
            <a:alphaModFix/>
          </a:blip>
          <a:srcRect xmlns:a="http://schemas.openxmlformats.org/drawingml/2006/main" l="14673" t="33074" r="15820" b="44466"/>
          <a:stretch xmlns:a="http://schemas.openxmlformats.org/drawingml/2006/main"/>
        </p:blipFill>
        <p:spPr>
          <a:xfrm xmlns:a="http://schemas.openxmlformats.org/drawingml/2006/main">
            <a:off x="0" y="6280800"/>
            <a:ext cx="1786280" cy="577200"/>
          </a:xfrm>
          <a:prstGeom xmlns:a="http://schemas.openxmlformats.org/drawingml/2006/main" prst="rect">
            <a:avLst/>
          </a:prstGeom>
          <a:ln xmlns:a="http://schemas.openxmlformats.org/drawingml/2006/main">
            <a:noFill/>
          </a:ln>
        </p:spPr>
      </p:pic>
      <p:sp>
        <p:nvSpPr>
          <p:cNvPr id="134" name="Google Shape;134;p15">
            <a:extLst xmlns:a="http://schemas.openxmlformats.org/drawingml/2006/main">
              <a:ext uri="{FF2B5EF4-FFF2-40B4-BE49-F238E27FC236}">
                <a16:creationId xmlns:a16="http://schemas.microsoft.com/office/drawing/2014/main" id="{2F42EFCF-95DB-40A7-8A7E-BEBC7D273A8A}"/>
              </a:ext>
            </a:extLst>
          </p:cNvPr>
          <p:cNvSpPr>
            <a:spLocks xmlns:a="http://schemas.openxmlformats.org/drawingml/2006/main" noGrp="1"/>
          </p:cNvSpPr>
          <p:nvPr/>
        </p:nvSpPr>
        <p:spPr>
          <a:xfrm xmlns:a="http://schemas.openxmlformats.org/drawingml/2006/main">
            <a:off x="571500" y="1285875"/>
            <a:ext cx="11049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50"/>
              <a:buFont typeface="Arial"/>
              <a:buNone/>
            </a:pPr>
            <a:r>
              <a:rPr sz="1650" b="1" i="0" u="none" strike="noStrike" cap="none">
                <a:solidFill>
                  <a:srgbClr val="0284C7"/>
                </a:solidFill>
                <a:latin typeface="Poppins SemiBold"/>
                <a:ea typeface="Poppins SemiBold"/>
                <a:cs typeface="Poppins SemiBold"/>
              </a:rPr>
              <a:t>Before: fixed suspension</a:t>
            </a:r>
            <a:endParaRPr sz="1400" b="0" i="0" u="none" strike="noStrike" cap="none">
              <a:solidFill>
                <a:srgbClr val="000000"/>
              </a:solidFill>
              <a:latin typeface="Arial"/>
              <a:ea typeface="Arial"/>
              <a:cs typeface="Arial"/>
            </a:endParaRPr>
          </a:p>
        </p:txBody>
      </p:sp>
      <p:sp>
        <p:nvSpPr>
          <p:cNvPr id="130" name="Google Shape;130;p15">
            <a:extLst xmlns:a="http://schemas.openxmlformats.org/drawingml/2006/main">
              <a:ext uri="{FF2B5EF4-FFF2-40B4-BE49-F238E27FC236}">
                <a16:creationId xmlns:a16="http://schemas.microsoft.com/office/drawing/2014/main" id="{87180CC5-E8DD-4E7F-BA23-A02F9C6B125E}"/>
              </a:ext>
            </a:extLst>
          </p:cNvPr>
          <p:cNvSpPr>
            <a:spLocks xmlns:a="http://schemas.openxmlformats.org/drawingml/2006/main" noGrp="1"/>
          </p:cNvSpPr>
          <p:nvPr/>
        </p:nvSpPr>
        <p:spPr>
          <a:xfrm xmlns:a="http://schemas.openxmlformats.org/drawingml/2006/main">
            <a:off x="571500" y="1809750"/>
            <a:ext cx="2333625" cy="733425"/>
          </a:xfrm>
          <a:prstGeom xmlns:a="http://schemas.openxmlformats.org/drawingml/2006/main" prst="rect">
            <a:avLst/>
          </a:prstGeom>
          <a:solidFill xmlns:a="http://schemas.openxmlformats.org/drawingml/2006/main">
            <a:srgbClr val="FFFFFF"/>
          </a:solidFill>
          <a:ln xmlns:a="http://schemas.openxmlformats.org/drawingml/2006/main" w="10475" cap="flat" cmpd="sng">
            <a:solidFill>
              <a:srgbClr val="0284C7"/>
            </a:solidFill>
            <a:prstDash val="solid"/>
            <a:round/>
            <a:headEnd type="none" w="sm" len="sm"/>
            <a:tailEnd type="none" w="sm" len="sm"/>
          </a:ln>
        </p:spPr>
        <p:txBody>
          <a:bodyPr xmlns:a="http://schemas.openxmlformats.org/drawingml/2006/main" spcFirstLastPara="1" wrap="square" lIns="76200" tIns="76200" rIns="76200" bIns="762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Rover reaches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rough ground</a:t>
            </a:r>
            <a:endParaRPr sz="1400" b="0" i="0" u="none" strike="noStrike" cap="none">
              <a:solidFill>
                <a:srgbClr val="000000"/>
              </a:solidFill>
              <a:latin typeface="Arial"/>
              <a:ea typeface="Arial"/>
              <a:cs typeface="Arial"/>
            </a:endParaRPr>
          </a:p>
        </p:txBody>
      </p:sp>
      <p:sp>
        <p:nvSpPr>
          <p:cNvPr id="128" name="Google Shape;128;p15">
            <a:extLst xmlns:a="http://schemas.openxmlformats.org/drawingml/2006/main">
              <a:ext uri="{FF2B5EF4-FFF2-40B4-BE49-F238E27FC236}">
                <a16:creationId xmlns:a16="http://schemas.microsoft.com/office/drawing/2014/main" id="{5B1837ED-98E2-4320-B462-9B788F0AE7F7}"/>
              </a:ext>
            </a:extLst>
          </p:cNvPr>
          <p:cNvSpPr>
            <a:spLocks xmlns:a="http://schemas.openxmlformats.org/drawingml/2006/main" noGrp="1"/>
          </p:cNvSpPr>
          <p:nvPr/>
        </p:nvSpPr>
        <p:spPr>
          <a:xfrm xmlns:a="http://schemas.openxmlformats.org/drawingml/2006/main">
            <a:off x="3476625" y="1809750"/>
            <a:ext cx="2333625" cy="733425"/>
          </a:xfrm>
          <a:prstGeom xmlns:a="http://schemas.openxmlformats.org/drawingml/2006/main" prst="rect">
            <a:avLst/>
          </a:prstGeom>
          <a:solidFill xmlns:a="http://schemas.openxmlformats.org/drawingml/2006/main">
            <a:srgbClr val="FFFFFF"/>
          </a:solidFill>
          <a:ln xmlns:a="http://schemas.openxmlformats.org/drawingml/2006/main" w="10475" cap="flat" cmpd="sng">
            <a:solidFill>
              <a:srgbClr val="0284C7"/>
            </a:solidFill>
            <a:prstDash val="solid"/>
            <a:round/>
            <a:headEnd type="none" w="sm" len="sm"/>
            <a:tailEnd type="none" w="sm" len="sm"/>
          </a:ln>
        </p:spPr>
        <p:txBody>
          <a:bodyPr xmlns:a="http://schemas.openxmlformats.org/drawingml/2006/main" spcFirstLastPara="1" wrap="square" lIns="76200" tIns="76200" rIns="76200" bIns="762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Vibration rises</a:t>
            </a:r>
            <a:endParaRPr sz="1400" b="0" i="0" u="none" strike="noStrike" cap="none">
              <a:solidFill>
                <a:srgbClr val="000000"/>
              </a:solidFill>
              <a:latin typeface="Arial"/>
              <a:ea typeface="Arial"/>
              <a:cs typeface="Arial"/>
            </a:endParaRPr>
          </a:p>
        </p:txBody>
      </p:sp>
      <p:sp>
        <p:nvSpPr>
          <p:cNvPr id="125" name="Google Shape;125;p15">
            <a:extLst xmlns:a="http://schemas.openxmlformats.org/drawingml/2006/main">
              <a:ext uri="{FF2B5EF4-FFF2-40B4-BE49-F238E27FC236}">
                <a16:creationId xmlns:a16="http://schemas.microsoft.com/office/drawing/2014/main" id="{024FC5D5-9EED-4A1D-BBF1-989507BCB97B}"/>
              </a:ext>
            </a:extLst>
          </p:cNvPr>
          <p:cNvSpPr>
            <a:spLocks xmlns:a="http://schemas.openxmlformats.org/drawingml/2006/main" noGrp="1"/>
          </p:cNvSpPr>
          <p:nvPr/>
        </p:nvSpPr>
        <p:spPr>
          <a:xfrm xmlns:a="http://schemas.openxmlformats.org/drawingml/2006/main">
            <a:off x="6381750" y="1809750"/>
            <a:ext cx="2333625" cy="733425"/>
          </a:xfrm>
          <a:prstGeom xmlns:a="http://schemas.openxmlformats.org/drawingml/2006/main" prst="rect">
            <a:avLst/>
          </a:prstGeom>
          <a:solidFill xmlns:a="http://schemas.openxmlformats.org/drawingml/2006/main">
            <a:srgbClr val="FFFFFF"/>
          </a:solidFill>
          <a:ln xmlns:a="http://schemas.openxmlformats.org/drawingml/2006/main" w="10475" cap="flat" cmpd="sng">
            <a:solidFill>
              <a:srgbClr val="0284C7"/>
            </a:solidFill>
            <a:prstDash val="solid"/>
            <a:round/>
            <a:headEnd type="none" w="sm" len="sm"/>
            <a:tailEnd type="none" w="sm" len="sm"/>
          </a:ln>
        </p:spPr>
        <p:txBody>
          <a:bodyPr xmlns:a="http://schemas.openxmlformats.org/drawingml/2006/main" spcFirstLastPara="1" wrap="square" lIns="76200" tIns="76200" rIns="76200" bIns="762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Operator reduces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speed</a:t>
            </a:r>
            <a:endParaRPr sz="1400" b="0" i="0" u="none" strike="noStrike" cap="none">
              <a:solidFill>
                <a:srgbClr val="000000"/>
              </a:solidFill>
              <a:latin typeface="Arial"/>
              <a:ea typeface="Arial"/>
              <a:cs typeface="Arial"/>
            </a:endParaRPr>
          </a:p>
        </p:txBody>
      </p:sp>
      <p:sp>
        <p:nvSpPr>
          <p:cNvPr id="126" name="Google Shape;126;p15">
            <a:extLst xmlns:a="http://schemas.openxmlformats.org/drawingml/2006/main">
              <a:ext uri="{FF2B5EF4-FFF2-40B4-BE49-F238E27FC236}">
                <a16:creationId xmlns:a16="http://schemas.microsoft.com/office/drawing/2014/main" id="{A1F513D9-5AA8-4E66-AECD-ECD246269C01}"/>
              </a:ext>
            </a:extLst>
          </p:cNvPr>
          <p:cNvSpPr>
            <a:spLocks xmlns:a="http://schemas.openxmlformats.org/drawingml/2006/main" noGrp="1"/>
          </p:cNvSpPr>
          <p:nvPr/>
        </p:nvSpPr>
        <p:spPr>
          <a:xfrm xmlns:a="http://schemas.openxmlformats.org/drawingml/2006/main">
            <a:off x="9286875" y="1809750"/>
            <a:ext cx="2333625" cy="733425"/>
          </a:xfrm>
          <a:prstGeom xmlns:a="http://schemas.openxmlformats.org/drawingml/2006/main" prst="rect">
            <a:avLst/>
          </a:prstGeom>
          <a:solidFill xmlns:a="http://schemas.openxmlformats.org/drawingml/2006/main">
            <a:srgbClr val="FFFFFF"/>
          </a:solidFill>
          <a:ln xmlns:a="http://schemas.openxmlformats.org/drawingml/2006/main" w="10475" cap="flat" cmpd="sng">
            <a:solidFill>
              <a:srgbClr val="0284C7"/>
            </a:solidFill>
            <a:prstDash val="solid"/>
            <a:round/>
            <a:headEnd type="none" w="sm" len="sm"/>
            <a:tailEnd type="none" w="sm" len="sm"/>
          </a:ln>
        </p:spPr>
        <p:txBody>
          <a:bodyPr xmlns:a="http://schemas.openxmlformats.org/drawingml/2006/main" spcFirstLastPara="1" wrap="square" lIns="76200" tIns="76200" rIns="76200" bIns="762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Route takes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longer</a:t>
            </a:r>
            <a:endParaRPr sz="1400" b="0" i="0" u="none" strike="noStrike" cap="none">
              <a:solidFill>
                <a:srgbClr val="000000"/>
              </a:solidFill>
              <a:latin typeface="Arial"/>
              <a:ea typeface="Arial"/>
              <a:cs typeface="Arial"/>
            </a:endParaRPr>
          </a:p>
        </p:txBody>
      </p:sp>
      <p:sp>
        <p:nvSpPr>
          <p:cNvPr id="135" name="Google Shape;135;p15">
            <a:extLst xmlns:a="http://schemas.openxmlformats.org/drawingml/2006/main">
              <a:ext uri="{FF2B5EF4-FFF2-40B4-BE49-F238E27FC236}">
                <a16:creationId xmlns:a16="http://schemas.microsoft.com/office/drawing/2014/main" id="{84D082E6-0A93-40C4-B8A0-8A6F9B22B72C}"/>
              </a:ext>
            </a:extLst>
          </p:cNvPr>
          <p:cNvSpPr>
            <a:spLocks xmlns:a="http://schemas.openxmlformats.org/drawingml/2006/main" noGrp="1"/>
          </p:cNvSpPr>
          <p:nvPr/>
        </p:nvSpPr>
        <p:spPr>
          <a:xfrm xmlns:a="http://schemas.openxmlformats.org/drawingml/2006/main">
            <a:off x="571500" y="2762250"/>
            <a:ext cx="10858500" cy="438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Illustrative travel time: 10 m takes 100 s at 0.10 m/s, or 200 s after slowing to 0.05 m/s.</a:t>
            </a:r>
            <a:endParaRPr sz="1400" b="0" i="0" u="none" strike="noStrike" cap="none">
              <a:solidFill>
                <a:srgbClr val="000000"/>
              </a:solidFill>
              <a:latin typeface="Arial"/>
              <a:ea typeface="Arial"/>
              <a:cs typeface="Arial"/>
            </a:endParaRPr>
          </a:p>
        </p:txBody>
      </p:sp>
      <p:sp>
        <p:nvSpPr>
          <p:cNvPr id="136" name="Google Shape;136;p15">
            <a:extLst xmlns:a="http://schemas.openxmlformats.org/drawingml/2006/main">
              <a:ext uri="{FF2B5EF4-FFF2-40B4-BE49-F238E27FC236}">
                <a16:creationId xmlns:a16="http://schemas.microsoft.com/office/drawing/2014/main" id="{6243D9CF-E319-4305-8837-EF1AAA0F7D6E}"/>
              </a:ext>
            </a:extLst>
          </p:cNvPr>
          <p:cNvSpPr>
            <a:spLocks xmlns:a="http://schemas.openxmlformats.org/drawingml/2006/main" noGrp="1"/>
          </p:cNvSpPr>
          <p:nvPr/>
        </p:nvSpPr>
        <p:spPr>
          <a:xfrm xmlns:a="http://schemas.openxmlformats.org/drawingml/2006/main">
            <a:off x="571500" y="3476625"/>
            <a:ext cx="11049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50"/>
              <a:buFont typeface="Arial"/>
              <a:buNone/>
            </a:pPr>
            <a:r>
              <a:rPr sz="1650" b="1" i="0" u="none" strike="noStrike" cap="none">
                <a:solidFill>
                  <a:srgbClr val="0284C7"/>
                </a:solidFill>
                <a:latin typeface="Poppins SemiBold"/>
                <a:ea typeface="Poppins SemiBold"/>
                <a:cs typeface="Poppins SemiBold"/>
              </a:rPr>
              <a:t>After: vibration-aware preload and speed control</a:t>
            </a:r>
            <a:endParaRPr sz="1400" b="0" i="0" u="none" strike="noStrike" cap="none">
              <a:solidFill>
                <a:srgbClr val="000000"/>
              </a:solidFill>
              <a:latin typeface="Arial"/>
              <a:ea typeface="Arial"/>
              <a:cs typeface="Arial"/>
            </a:endParaRPr>
          </a:p>
        </p:txBody>
      </p:sp>
      <p:sp>
        <p:nvSpPr>
          <p:cNvPr id="123" name="Google Shape;123;p15">
            <a:extLst xmlns:a="http://schemas.openxmlformats.org/drawingml/2006/main">
              <a:ext uri="{FF2B5EF4-FFF2-40B4-BE49-F238E27FC236}">
                <a16:creationId xmlns:a16="http://schemas.microsoft.com/office/drawing/2014/main" id="{83A3E8F6-032D-42B4-A0A0-B031A9B10C6D}"/>
              </a:ext>
            </a:extLst>
          </p:cNvPr>
          <p:cNvSpPr>
            <a:spLocks xmlns:a="http://schemas.openxmlformats.org/drawingml/2006/main" noGrp="1"/>
          </p:cNvSpPr>
          <p:nvPr/>
        </p:nvSpPr>
        <p:spPr>
          <a:xfrm xmlns:a="http://schemas.openxmlformats.org/drawingml/2006/main">
            <a:off x="571500" y="4000500"/>
            <a:ext cx="2333625" cy="733425"/>
          </a:xfrm>
          <a:prstGeom xmlns:a="http://schemas.openxmlformats.org/drawingml/2006/main" prst="rect">
            <a:avLst/>
          </a:prstGeom>
          <a:solidFill xmlns:a="http://schemas.openxmlformats.org/drawingml/2006/main">
            <a:srgbClr val="FFFFFF"/>
          </a:solidFill>
          <a:ln xmlns:a="http://schemas.openxmlformats.org/drawingml/2006/main" w="10475" cap="flat" cmpd="sng">
            <a:solidFill>
              <a:srgbClr val="087C82"/>
            </a:solidFill>
            <a:prstDash val="solid"/>
            <a:round/>
            <a:headEnd type="none" w="sm" len="sm"/>
            <a:tailEnd type="none" w="sm" len="sm"/>
          </a:ln>
        </p:spPr>
        <p:txBody>
          <a:bodyPr xmlns:a="http://schemas.openxmlformats.org/drawingml/2006/main" spcFirstLastPara="1" wrap="square" lIns="76200" tIns="76200" rIns="76200" bIns="762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Measure chassis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vibration</a:t>
            </a:r>
            <a:endParaRPr sz="1400" b="0" i="0" u="none" strike="noStrike" cap="none">
              <a:solidFill>
                <a:srgbClr val="000000"/>
              </a:solidFill>
              <a:latin typeface="Arial"/>
              <a:ea typeface="Arial"/>
              <a:cs typeface="Arial"/>
            </a:endParaRPr>
          </a:p>
        </p:txBody>
      </p:sp>
      <p:sp>
        <p:nvSpPr>
          <p:cNvPr id="121" name="Google Shape;121;p15">
            <a:extLst xmlns:a="http://schemas.openxmlformats.org/drawingml/2006/main">
              <a:ext uri="{FF2B5EF4-FFF2-40B4-BE49-F238E27FC236}">
                <a16:creationId xmlns:a16="http://schemas.microsoft.com/office/drawing/2014/main" id="{2B13A259-80C9-4C77-A21C-79D5076D3D10}"/>
              </a:ext>
            </a:extLst>
          </p:cNvPr>
          <p:cNvSpPr>
            <a:spLocks xmlns:a="http://schemas.openxmlformats.org/drawingml/2006/main" noGrp="1"/>
          </p:cNvSpPr>
          <p:nvPr/>
        </p:nvSpPr>
        <p:spPr>
          <a:xfrm xmlns:a="http://schemas.openxmlformats.org/drawingml/2006/main">
            <a:off x="3476625" y="4000500"/>
            <a:ext cx="2333625" cy="733425"/>
          </a:xfrm>
          <a:prstGeom xmlns:a="http://schemas.openxmlformats.org/drawingml/2006/main" prst="rect">
            <a:avLst/>
          </a:prstGeom>
          <a:solidFill xmlns:a="http://schemas.openxmlformats.org/drawingml/2006/main">
            <a:srgbClr val="FFFFFF"/>
          </a:solidFill>
          <a:ln xmlns:a="http://schemas.openxmlformats.org/drawingml/2006/main" w="10475" cap="flat" cmpd="sng">
            <a:solidFill>
              <a:srgbClr val="087C82"/>
            </a:solidFill>
            <a:prstDash val="solid"/>
            <a:round/>
            <a:headEnd type="none" w="sm" len="sm"/>
            <a:tailEnd type="none" w="sm" len="sm"/>
          </a:ln>
        </p:spPr>
        <p:txBody>
          <a:bodyPr xmlns:a="http://schemas.openxmlformats.org/drawingml/2006/main" spcFirstLastPara="1" wrap="square" lIns="76200" tIns="76200" rIns="76200" bIns="762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Stop.</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Change preload</a:t>
            </a:r>
            <a:endParaRPr sz="1400" b="0" i="0" u="none" strike="noStrike" cap="none">
              <a:solidFill>
                <a:srgbClr val="000000"/>
              </a:solidFill>
              <a:latin typeface="Arial"/>
              <a:ea typeface="Arial"/>
              <a:cs typeface="Arial"/>
            </a:endParaRPr>
          </a:p>
        </p:txBody>
      </p:sp>
      <p:sp>
        <p:nvSpPr>
          <p:cNvPr id="118" name="Google Shape;118;p15">
            <a:extLst xmlns:a="http://schemas.openxmlformats.org/drawingml/2006/main">
              <a:ext uri="{FF2B5EF4-FFF2-40B4-BE49-F238E27FC236}">
                <a16:creationId xmlns:a16="http://schemas.microsoft.com/office/drawing/2014/main" id="{85CBC8BE-6CDA-47FC-A439-FF4F506B41D4}"/>
              </a:ext>
            </a:extLst>
          </p:cNvPr>
          <p:cNvSpPr>
            <a:spLocks xmlns:a="http://schemas.openxmlformats.org/drawingml/2006/main" noGrp="1"/>
          </p:cNvSpPr>
          <p:nvPr/>
        </p:nvSpPr>
        <p:spPr>
          <a:xfrm xmlns:a="http://schemas.openxmlformats.org/drawingml/2006/main">
            <a:off x="6381750" y="4000500"/>
            <a:ext cx="2333625" cy="733425"/>
          </a:xfrm>
          <a:prstGeom xmlns:a="http://schemas.openxmlformats.org/drawingml/2006/main" prst="rect">
            <a:avLst/>
          </a:prstGeom>
          <a:solidFill xmlns:a="http://schemas.openxmlformats.org/drawingml/2006/main">
            <a:srgbClr val="FFFFFF"/>
          </a:solidFill>
          <a:ln xmlns:a="http://schemas.openxmlformats.org/drawingml/2006/main" w="10475" cap="flat" cmpd="sng">
            <a:solidFill>
              <a:srgbClr val="087C82"/>
            </a:solidFill>
            <a:prstDash val="solid"/>
            <a:round/>
            <a:headEnd type="none" w="sm" len="sm"/>
            <a:tailEnd type="none" w="sm" len="sm"/>
          </a:ln>
        </p:spPr>
        <p:txBody>
          <a:bodyPr xmlns:a="http://schemas.openxmlformats.org/drawingml/2006/main" spcFirstLastPara="1" wrap="square" lIns="76200" tIns="76200" rIns="76200" bIns="762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Verify position</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and holding locks</a:t>
            </a:r>
            <a:endParaRPr sz="1400" b="0" i="0" u="none" strike="noStrike" cap="none">
              <a:solidFill>
                <a:srgbClr val="000000"/>
              </a:solidFill>
              <a:latin typeface="Arial"/>
              <a:ea typeface="Arial"/>
              <a:cs typeface="Arial"/>
            </a:endParaRPr>
          </a:p>
        </p:txBody>
      </p:sp>
      <p:sp>
        <p:nvSpPr>
          <p:cNvPr id="119" name="Google Shape;119;p15">
            <a:extLst xmlns:a="http://schemas.openxmlformats.org/drawingml/2006/main">
              <a:ext uri="{FF2B5EF4-FFF2-40B4-BE49-F238E27FC236}">
                <a16:creationId xmlns:a16="http://schemas.microsoft.com/office/drawing/2014/main" id="{3EB26FCD-1991-453F-A28D-44536449E03C}"/>
              </a:ext>
            </a:extLst>
          </p:cNvPr>
          <p:cNvSpPr>
            <a:spLocks xmlns:a="http://schemas.openxmlformats.org/drawingml/2006/main" noGrp="1"/>
          </p:cNvSpPr>
          <p:nvPr/>
        </p:nvSpPr>
        <p:spPr>
          <a:xfrm xmlns:a="http://schemas.openxmlformats.org/drawingml/2006/main">
            <a:off x="9286875" y="4000500"/>
            <a:ext cx="2333625" cy="733425"/>
          </a:xfrm>
          <a:prstGeom xmlns:a="http://schemas.openxmlformats.org/drawingml/2006/main" prst="rect">
            <a:avLst/>
          </a:prstGeom>
          <a:solidFill xmlns:a="http://schemas.openxmlformats.org/drawingml/2006/main">
            <a:srgbClr val="FFFFFF"/>
          </a:solidFill>
          <a:ln xmlns:a="http://schemas.openxmlformats.org/drawingml/2006/main" w="10475" cap="flat" cmpd="sng">
            <a:solidFill>
              <a:srgbClr val="087C82"/>
            </a:solidFill>
            <a:prstDash val="solid"/>
            <a:round/>
            <a:headEnd type="none" w="sm" len="sm"/>
            <a:tailEnd type="none" w="sm" len="sm"/>
          </a:ln>
        </p:spPr>
        <p:txBody>
          <a:bodyPr xmlns:a="http://schemas.openxmlformats.org/drawingml/2006/main" spcFirstLastPara="1" wrap="square" lIns="76200" tIns="76200" rIns="76200" bIns="762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Recheck vibration.</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Choose speed</a:t>
            </a:r>
            <a:endParaRPr sz="1400" b="0" i="0" u="none" strike="noStrike" cap="none">
              <a:solidFill>
                <a:srgbClr val="000000"/>
              </a:solidFill>
              <a:latin typeface="Arial"/>
              <a:ea typeface="Arial"/>
              <a:cs typeface="Arial"/>
            </a:endParaRPr>
          </a:p>
        </p:txBody>
      </p:sp>
      <p:sp>
        <p:nvSpPr>
          <p:cNvPr id="137" name="Google Shape;137;p15">
            <a:extLst xmlns:a="http://schemas.openxmlformats.org/drawingml/2006/main">
              <a:ext uri="{FF2B5EF4-FFF2-40B4-BE49-F238E27FC236}">
                <a16:creationId xmlns:a16="http://schemas.microsoft.com/office/drawing/2014/main" id="{B670DF0B-C365-4341-B27A-76BCB0311FB9}"/>
              </a:ext>
            </a:extLst>
          </p:cNvPr>
          <p:cNvSpPr>
            <a:spLocks xmlns:a="http://schemas.openxmlformats.org/drawingml/2006/main" noGrp="1"/>
          </p:cNvSpPr>
          <p:nvPr/>
        </p:nvSpPr>
        <p:spPr>
          <a:xfrm xmlns:a="http://schemas.openxmlformats.org/drawingml/2006/main">
            <a:off x="571500" y="5029200"/>
            <a:ext cx="1085850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1" i="0" u="none" strike="noStrike" cap="none">
                <a:solidFill>
                  <a:srgbClr val="087C82"/>
                </a:solidFill>
                <a:latin typeface="Inter"/>
                <a:ea typeface="Inter"/>
                <a:cs typeface="Inter"/>
              </a:rPr>
              <a:t>Test goal: at least 20% lower chassis RMS acceleration at matched speed than fixed preload.</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955153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3" name="Google Shape;143;p16">
            <a:extLst xmlns:a="http://schemas.openxmlformats.org/drawingml/2006/main">
              <a:ext uri="{FF2B5EF4-FFF2-40B4-BE49-F238E27FC236}">
                <a16:creationId xmlns:a16="http://schemas.microsoft.com/office/drawing/2014/main" id="{EEC2C82B-B476-435D-9AAF-423F0F087022}"/>
              </a:ext>
            </a:extLst>
          </p:cNvPr>
          <p:cNvCxnSpPr>
            <a:stCxn xmlns:a="http://schemas.openxmlformats.org/drawingml/2006/main" id="144" idx="2"/>
            <a:endCxn xmlns:a="http://schemas.openxmlformats.org/drawingml/2006/main" id="145" idx="0"/>
          </p:cNvCxnSpPr>
          <p:nvPr/>
        </p:nvCxnSpPr>
        <p:spPr>
          <a:xfrm xmlns:a="http://schemas.openxmlformats.org/drawingml/2006/main">
            <a:off x="6096000" y="2343150"/>
            <a:ext cx="3952800" cy="800100"/>
          </a:xfrm>
          <a:prstGeom xmlns:a="http://schemas.openxmlformats.org/drawingml/2006/main" prst="straightConnector1">
            <a:avLst/>
          </a:prstGeom>
          <a:ln xmlns:a="http://schemas.openxmlformats.org/drawingml/2006/main" w="11425" cap="flat">
            <a:solidFill>
              <a:srgbClr val="64748B"/>
            </a:solidFill>
            <a:prstDash val="solid"/>
            <a:round/>
            <a:headEnd type="none" w="sm" len="sm"/>
            <a:tailEnd type="triangle" w="sm" len="sm"/>
          </a:ln>
        </p:spPr>
      </p:cxnSp>
      <p:cxnSp>
        <p:nvCxnSpPr>
          <p:cNvPr id="146" name="Google Shape;146;p16">
            <a:extLst xmlns:a="http://schemas.openxmlformats.org/drawingml/2006/main">
              <a:ext uri="{FF2B5EF4-FFF2-40B4-BE49-F238E27FC236}">
                <a16:creationId xmlns:a16="http://schemas.microsoft.com/office/drawing/2014/main" id="{35CF13C8-3747-4887-95C5-FC6C33B53C23}"/>
              </a:ext>
            </a:extLst>
          </p:cNvPr>
          <p:cNvCxnSpPr>
            <a:stCxn xmlns:a="http://schemas.openxmlformats.org/drawingml/2006/main" id="144" idx="2"/>
            <a:endCxn xmlns:a="http://schemas.openxmlformats.org/drawingml/2006/main" id="147" idx="0"/>
          </p:cNvCxnSpPr>
          <p:nvPr/>
        </p:nvCxnSpPr>
        <p:spPr>
          <a:xfrm xmlns:a="http://schemas.openxmlformats.org/drawingml/2006/main">
            <a:off x="6096000" y="2343150"/>
            <a:ext cx="0" cy="800100"/>
          </a:xfrm>
          <a:prstGeom xmlns:a="http://schemas.openxmlformats.org/drawingml/2006/main" prst="straightConnector1">
            <a:avLst/>
          </a:prstGeom>
          <a:ln xmlns:a="http://schemas.openxmlformats.org/drawingml/2006/main" w="11425" cap="flat">
            <a:solidFill>
              <a:srgbClr val="64748B"/>
            </a:solidFill>
            <a:prstDash val="solid"/>
            <a:round/>
            <a:headEnd type="none" w="sm" len="sm"/>
            <a:tailEnd type="triangle" w="sm" len="sm"/>
          </a:ln>
        </p:spPr>
      </p:cxnSp>
      <p:cxnSp>
        <p:nvCxnSpPr>
          <p:cNvPr id="148" name="Google Shape;148;p16">
            <a:extLst xmlns:a="http://schemas.openxmlformats.org/drawingml/2006/main">
              <a:ext uri="{FF2B5EF4-FFF2-40B4-BE49-F238E27FC236}">
                <a16:creationId xmlns:a16="http://schemas.microsoft.com/office/drawing/2014/main" id="{F4D5B73A-33A7-4DCB-8E99-C5B56BB864F9}"/>
              </a:ext>
            </a:extLst>
          </p:cNvPr>
          <p:cNvCxnSpPr>
            <a:stCxn xmlns:a="http://schemas.openxmlformats.org/drawingml/2006/main" id="149" idx="0"/>
            <a:endCxn xmlns:a="http://schemas.openxmlformats.org/drawingml/2006/main" id="144" idx="2"/>
          </p:cNvCxnSpPr>
          <p:nvPr/>
        </p:nvCxnSpPr>
        <p:spPr>
          <a:xfrm xmlns:a="http://schemas.openxmlformats.org/drawingml/2006/main" rot="10800000" flipH="1">
            <a:off x="2143125" y="2343150"/>
            <a:ext cx="3952800" cy="800100"/>
          </a:xfrm>
          <a:prstGeom xmlns:a="http://schemas.openxmlformats.org/drawingml/2006/main" prst="straightConnector1">
            <a:avLst/>
          </a:prstGeom>
          <a:ln xmlns:a="http://schemas.openxmlformats.org/drawingml/2006/main" w="11425" cap="flat">
            <a:solidFill>
              <a:srgbClr val="64748B"/>
            </a:solidFill>
            <a:prstDash val="solid"/>
            <a:round/>
            <a:headEnd type="none" w="sm" len="sm"/>
            <a:tailEnd type="triangle" w="sm" len="sm"/>
          </a:ln>
        </p:spPr>
      </p:cxnSp>
      <p:cxnSp>
        <p:nvCxnSpPr>
          <p:cNvPr id="150" name="Google Shape;150;p16">
            <a:extLst xmlns:a="http://schemas.openxmlformats.org/drawingml/2006/main">
              <a:ext uri="{FF2B5EF4-FFF2-40B4-BE49-F238E27FC236}">
                <a16:creationId xmlns:a16="http://schemas.microsoft.com/office/drawing/2014/main" id="{B4EAF56C-2B6C-4C30-8930-C605CFCB832E}"/>
              </a:ext>
            </a:extLst>
          </p:cNvPr>
          <p:cNvCxnSpPr>
            <a:stCxn xmlns:a="http://schemas.openxmlformats.org/drawingml/2006/main" id="151" idx="1"/>
            <a:endCxn xmlns:a="http://schemas.openxmlformats.org/drawingml/2006/main" id="144" idx="3"/>
          </p:cNvCxnSpPr>
          <p:nvPr/>
        </p:nvCxnSpPr>
        <p:spPr>
          <a:xfrm xmlns:a="http://schemas.openxmlformats.org/drawingml/2006/main" rot="10800000">
            <a:off x="7667550" y="1847850"/>
            <a:ext cx="809700" cy="0"/>
          </a:xfrm>
          <a:prstGeom xmlns:a="http://schemas.openxmlformats.org/drawingml/2006/main" prst="straightConnector1">
            <a:avLst/>
          </a:prstGeom>
          <a:ln xmlns:a="http://schemas.openxmlformats.org/drawingml/2006/main" w="11425" cap="flat">
            <a:solidFill>
              <a:srgbClr val="64748B"/>
            </a:solidFill>
            <a:prstDash val="solid"/>
            <a:round/>
            <a:headEnd type="none" w="sm" len="sm"/>
            <a:tailEnd type="triangle" w="sm" len="sm"/>
          </a:ln>
        </p:spPr>
      </p:cxnSp>
      <p:cxnSp>
        <p:nvCxnSpPr>
          <p:cNvPr id="152" name="Google Shape;152;p16">
            <a:extLst xmlns:a="http://schemas.openxmlformats.org/drawingml/2006/main">
              <a:ext uri="{FF2B5EF4-FFF2-40B4-BE49-F238E27FC236}">
                <a16:creationId xmlns:a16="http://schemas.microsoft.com/office/drawing/2014/main" id="{21D110E1-CA6C-497B-A053-F4125304F680}"/>
              </a:ext>
            </a:extLst>
          </p:cNvPr>
          <p:cNvCxnSpPr>
            <a:stCxn xmlns:a="http://schemas.openxmlformats.org/drawingml/2006/main" id="153" idx="3"/>
            <a:endCxn xmlns:a="http://schemas.openxmlformats.org/drawingml/2006/main" id="144" idx="1"/>
          </p:cNvCxnSpPr>
          <p:nvPr/>
        </p:nvCxnSpPr>
        <p:spPr>
          <a:xfrm xmlns:a="http://schemas.openxmlformats.org/drawingml/2006/main">
            <a:off x="3714750" y="1847850"/>
            <a:ext cx="809700" cy="0"/>
          </a:xfrm>
          <a:prstGeom xmlns:a="http://schemas.openxmlformats.org/drawingml/2006/main" prst="straightConnector1">
            <a:avLst/>
          </a:prstGeom>
          <a:ln xmlns:a="http://schemas.openxmlformats.org/drawingml/2006/main" w="11425" cap="flat">
            <a:solidFill>
              <a:srgbClr val="64748B"/>
            </a:solidFill>
            <a:prstDash val="solid"/>
            <a:round/>
            <a:headEnd type="none" w="sm" len="sm"/>
            <a:tailEnd type="triangle" w="sm" len="sm"/>
          </a:ln>
        </p:spPr>
      </p:cxnSp>
      <p:sp>
        <p:nvSpPr>
          <p:cNvPr id="154" name="Google Shape;154;p16">
            <a:extLst xmlns:a="http://schemas.openxmlformats.org/drawingml/2006/main">
              <a:ext uri="{FF2B5EF4-FFF2-40B4-BE49-F238E27FC236}">
                <a16:creationId xmlns:a16="http://schemas.microsoft.com/office/drawing/2014/main" id="{C46F250E-B151-413C-9D7D-17B5B973A578}"/>
              </a:ext>
            </a:extLst>
          </p:cNvPr>
          <p:cNvSpPr>
            <a:spLocks xmlns:a="http://schemas.openxmlformats.org/drawingml/2006/main" noGrp="1"/>
          </p:cNvSpPr>
          <p:nvPr/>
        </p:nvSpPr>
        <p:spPr>
          <a:xfrm xmlns:a="http://schemas.openxmlformats.org/drawingml/2006/main">
            <a:off x="571500" y="476250"/>
            <a:ext cx="11601600" cy="388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1E3A8A"/>
                </a:solidFill>
                <a:latin typeface="Poppins"/>
                <a:ea typeface="Poppins"/>
                <a:cs typeface="Poppins"/>
              </a:rPr>
              <a:t>System Architecture &amp; Specs</a:t>
            </a:r>
            <a:endParaRPr sz="1400" b="0" i="0" u="none" strike="noStrike" cap="none">
              <a:solidFill>
                <a:srgbClr val="000000"/>
              </a:solidFill>
              <a:latin typeface="Arial"/>
              <a:ea typeface="Arial"/>
              <a:cs typeface="Arial"/>
            </a:endParaRPr>
          </a:p>
        </p:txBody>
      </p:sp>
      <p:pic>
        <p:nvPicPr>
          <p:cNvPr id="155" name="Google Shape;155;p16">
            <a:extLst xmlns:a="http://schemas.openxmlformats.org/drawingml/2006/main">
              <a:ext uri="{FF2B5EF4-FFF2-40B4-BE49-F238E27FC236}">
                <a16:creationId xmlns:a16="http://schemas.microsoft.com/office/drawing/2014/main" id="{6AE9C9B4-86F7-4B0E-804A-485121902BB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6eb43bc37d64e3c">
            <a:alphaModFix/>
          </a:blip>
          <a:srcRect xmlns:a="http://schemas.openxmlformats.org/drawingml/2006/main" l="0" t="0" r="0" b="0"/>
          <a:stretch xmlns:a="http://schemas.openxmlformats.org/drawingml/2006/main"/>
        </p:blipFill>
        <p:spPr>
          <a:xfrm xmlns:a="http://schemas.openxmlformats.org/drawingml/2006/main">
            <a:off x="11095194" y="6280800"/>
            <a:ext cx="1096806" cy="577200"/>
          </a:xfrm>
          <a:prstGeom xmlns:a="http://schemas.openxmlformats.org/drawingml/2006/main" prst="rect">
            <a:avLst/>
          </a:prstGeom>
          <a:ln xmlns:a="http://schemas.openxmlformats.org/drawingml/2006/main">
            <a:noFill/>
          </a:ln>
        </p:spPr>
      </p:pic>
      <p:pic>
        <p:nvPicPr>
          <p:cNvPr id="156" name="Google Shape;156;p16">
            <a:extLst xmlns:a="http://schemas.openxmlformats.org/drawingml/2006/main">
              <a:ext uri="{FF2B5EF4-FFF2-40B4-BE49-F238E27FC236}">
                <a16:creationId xmlns:a16="http://schemas.microsoft.com/office/drawing/2014/main" id="{A51A20DF-A84D-4A89-9BCB-D9F5C998495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b20a1300b9c46a6">
            <a:alphaModFix/>
          </a:blip>
          <a:srcRect xmlns:a="http://schemas.openxmlformats.org/drawingml/2006/main" l="14673" t="33074" r="15820" b="44466"/>
          <a:stretch xmlns:a="http://schemas.openxmlformats.org/drawingml/2006/main"/>
        </p:blipFill>
        <p:spPr>
          <a:xfrm xmlns:a="http://schemas.openxmlformats.org/drawingml/2006/main">
            <a:off x="0" y="6280800"/>
            <a:ext cx="1786280" cy="577200"/>
          </a:xfrm>
          <a:prstGeom xmlns:a="http://schemas.openxmlformats.org/drawingml/2006/main" prst="rect">
            <a:avLst/>
          </a:prstGeom>
          <a:ln xmlns:a="http://schemas.openxmlformats.org/drawingml/2006/main">
            <a:noFill/>
          </a:ln>
        </p:spPr>
      </p:pic>
      <p:sp>
        <p:nvSpPr>
          <p:cNvPr id="153" name="Google Shape;153;p16">
            <a:extLst xmlns:a="http://schemas.openxmlformats.org/drawingml/2006/main">
              <a:ext uri="{FF2B5EF4-FFF2-40B4-BE49-F238E27FC236}">
                <a16:creationId xmlns:a16="http://schemas.microsoft.com/office/drawing/2014/main" id="{B7FC844B-0998-4BDC-B644-84E95064C8B5}"/>
              </a:ext>
            </a:extLst>
          </p:cNvPr>
          <p:cNvSpPr>
            <a:spLocks xmlns:a="http://schemas.openxmlformats.org/drawingml/2006/main" noGrp="1"/>
          </p:cNvSpPr>
          <p:nvPr/>
        </p:nvSpPr>
        <p:spPr>
          <a:xfrm xmlns:a="http://schemas.openxmlformats.org/drawingml/2006/main">
            <a:off x="571500" y="1352550"/>
            <a:ext cx="3143250" cy="990600"/>
          </a:xfrm>
          <a:prstGeom xmlns:a="http://schemas.openxmlformats.org/drawingml/2006/main" prst="rect">
            <a:avLst/>
          </a:prstGeom>
          <a:solidFill xmlns:a="http://schemas.openxmlformats.org/drawingml/2006/main">
            <a:srgbClr val="FFFFFF"/>
          </a:solidFill>
          <a:ln xmlns:a="http://schemas.openxmlformats.org/drawingml/2006/main" w="10475" cap="flat" cmpd="sng">
            <a:solidFill>
              <a:srgbClr val="0284C7"/>
            </a:solidFill>
            <a:prstDash val="solid"/>
            <a:round/>
            <a:headEnd type="none" w="sm" len="sm"/>
            <a:tailEnd type="none" w="sm" len="sm"/>
          </a:ln>
        </p:spPr>
        <p:txBody>
          <a:bodyPr xmlns:a="http://schemas.openxmlformats.org/drawingml/2006/main" spcFirstLastPara="1" wrap="square" lIns="76200" tIns="76200" rIns="76200" bIns="762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Mechanical structure</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520 mm chassis, 6 suspension joints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83 mm wheels</a:t>
            </a:r>
            <a:endParaRPr sz="1400" b="0" i="0" u="none" strike="noStrike" cap="none">
              <a:solidFill>
                <a:srgbClr val="000000"/>
              </a:solidFill>
              <a:latin typeface="Arial"/>
              <a:ea typeface="Arial"/>
              <a:cs typeface="Arial"/>
            </a:endParaRPr>
          </a:p>
        </p:txBody>
      </p:sp>
      <p:sp>
        <p:nvSpPr>
          <p:cNvPr id="144" name="Google Shape;144;p16">
            <a:extLst xmlns:a="http://schemas.openxmlformats.org/drawingml/2006/main">
              <a:ext uri="{FF2B5EF4-FFF2-40B4-BE49-F238E27FC236}">
                <a16:creationId xmlns:a16="http://schemas.microsoft.com/office/drawing/2014/main" id="{557D2071-F3FB-47B2-B268-984F9B8B3E24}"/>
              </a:ext>
            </a:extLst>
          </p:cNvPr>
          <p:cNvSpPr>
            <a:spLocks xmlns:a="http://schemas.openxmlformats.org/drawingml/2006/main" noGrp="1"/>
          </p:cNvSpPr>
          <p:nvPr/>
        </p:nvSpPr>
        <p:spPr>
          <a:xfrm xmlns:a="http://schemas.openxmlformats.org/drawingml/2006/main">
            <a:off x="4524375" y="1352550"/>
            <a:ext cx="3143250" cy="990600"/>
          </a:xfrm>
          <a:prstGeom xmlns:a="http://schemas.openxmlformats.org/drawingml/2006/main" prst="rect">
            <a:avLst/>
          </a:prstGeom>
          <a:solidFill xmlns:a="http://schemas.openxmlformats.org/drawingml/2006/main">
            <a:srgbClr val="FFFFFF"/>
          </a:solidFill>
          <a:ln xmlns:a="http://schemas.openxmlformats.org/drawingml/2006/main" w="10475" cap="flat" cmpd="sng">
            <a:solidFill>
              <a:srgbClr val="0284C7"/>
            </a:solidFill>
            <a:prstDash val="solid"/>
            <a:round/>
            <a:headEnd type="none" w="sm" len="sm"/>
            <a:tailEnd type="none" w="sm" len="sm"/>
          </a:ln>
        </p:spPr>
        <p:txBody>
          <a:bodyPr xmlns:a="http://schemas.openxmlformats.org/drawingml/2006/main" spcFirstLastPara="1" wrap="square" lIns="76200" tIns="76200" rIns="76200" bIns="762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Teensy 4.0 + Pico RP2040</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Vibration, logging and drive control</a:t>
            </a:r>
            <a:endParaRPr sz="1400" b="0" i="0" u="none" strike="noStrike" cap="none">
              <a:solidFill>
                <a:srgbClr val="000000"/>
              </a:solidFill>
              <a:latin typeface="Arial"/>
              <a:ea typeface="Arial"/>
              <a:cs typeface="Arial"/>
            </a:endParaRPr>
          </a:p>
        </p:txBody>
      </p:sp>
      <p:sp>
        <p:nvSpPr>
          <p:cNvPr id="151" name="Google Shape;151;p16">
            <a:extLst xmlns:a="http://schemas.openxmlformats.org/drawingml/2006/main">
              <a:ext uri="{FF2B5EF4-FFF2-40B4-BE49-F238E27FC236}">
                <a16:creationId xmlns:a16="http://schemas.microsoft.com/office/drawing/2014/main" id="{667DEAA9-2286-4392-A1BF-EF1D83C60E92}"/>
              </a:ext>
            </a:extLst>
          </p:cNvPr>
          <p:cNvSpPr>
            <a:spLocks xmlns:a="http://schemas.openxmlformats.org/drawingml/2006/main" noGrp="1"/>
          </p:cNvSpPr>
          <p:nvPr/>
        </p:nvSpPr>
        <p:spPr>
          <a:xfrm xmlns:a="http://schemas.openxmlformats.org/drawingml/2006/main">
            <a:off x="8477250" y="1352550"/>
            <a:ext cx="3143250" cy="990600"/>
          </a:xfrm>
          <a:prstGeom xmlns:a="http://schemas.openxmlformats.org/drawingml/2006/main" prst="rect">
            <a:avLst/>
          </a:prstGeom>
          <a:solidFill xmlns:a="http://schemas.openxmlformats.org/drawingml/2006/main">
            <a:srgbClr val="FFFFFF"/>
          </a:solidFill>
          <a:ln xmlns:a="http://schemas.openxmlformats.org/drawingml/2006/main" w="10475" cap="flat" cmpd="sng">
            <a:solidFill>
              <a:srgbClr val="0284C7"/>
            </a:solidFill>
            <a:prstDash val="solid"/>
            <a:round/>
            <a:headEnd type="none" w="sm" len="sm"/>
            <a:tailEnd type="none" w="sm" len="sm"/>
          </a:ln>
        </p:spPr>
        <p:txBody>
          <a:bodyPr xmlns:a="http://schemas.openxmlformats.org/drawingml/2006/main" spcFirstLastPara="1" wrap="square" lIns="76200" tIns="76200" rIns="76200" bIns="762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3S LiPo, 11.1 V nominal</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Regulation, isolation and E-stop</a:t>
            </a:r>
            <a:endParaRPr sz="1400" b="0" i="0" u="none" strike="noStrike" cap="none">
              <a:solidFill>
                <a:srgbClr val="000000"/>
              </a:solidFill>
              <a:latin typeface="Arial"/>
              <a:ea typeface="Arial"/>
              <a:cs typeface="Arial"/>
            </a:endParaRPr>
          </a:p>
        </p:txBody>
      </p:sp>
      <p:sp>
        <p:nvSpPr>
          <p:cNvPr id="149" name="Google Shape;149;p16">
            <a:extLst xmlns:a="http://schemas.openxmlformats.org/drawingml/2006/main">
              <a:ext uri="{FF2B5EF4-FFF2-40B4-BE49-F238E27FC236}">
                <a16:creationId xmlns:a16="http://schemas.microsoft.com/office/drawing/2014/main" id="{7DFF60BC-CC86-4B7A-904E-D5D22C4349A8}"/>
              </a:ext>
            </a:extLst>
          </p:cNvPr>
          <p:cNvSpPr>
            <a:spLocks xmlns:a="http://schemas.openxmlformats.org/drawingml/2006/main" noGrp="1"/>
          </p:cNvSpPr>
          <p:nvPr/>
        </p:nvSpPr>
        <p:spPr>
          <a:xfrm xmlns:a="http://schemas.openxmlformats.org/drawingml/2006/main">
            <a:off x="571500" y="3143250"/>
            <a:ext cx="3143250" cy="990600"/>
          </a:xfrm>
          <a:prstGeom xmlns:a="http://schemas.openxmlformats.org/drawingml/2006/main" prst="rect">
            <a:avLst/>
          </a:prstGeom>
          <a:solidFill xmlns:a="http://schemas.openxmlformats.org/drawingml/2006/main">
            <a:srgbClr val="FFFFFF"/>
          </a:solidFill>
          <a:ln xmlns:a="http://schemas.openxmlformats.org/drawingml/2006/main" w="10475" cap="flat" cmpd="sng">
            <a:solidFill>
              <a:srgbClr val="087C82"/>
            </a:solidFill>
            <a:prstDash val="solid"/>
            <a:round/>
            <a:headEnd type="none" w="sm" len="sm"/>
            <a:tailEnd type="none" w="sm" len="sm"/>
          </a:ln>
        </p:spPr>
        <p:txBody>
          <a:bodyPr xmlns:a="http://schemas.openxmlformats.org/drawingml/2006/main" spcFirstLastPara="1" wrap="square" lIns="76200" tIns="76200" rIns="76200" bIns="762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3 ADXL345 + MPU6050</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Chassis and left/right middle carriers</a:t>
            </a:r>
            <a:endParaRPr sz="1400" b="0" i="0" u="none" strike="noStrike" cap="none">
              <a:solidFill>
                <a:srgbClr val="000000"/>
              </a:solidFill>
              <a:latin typeface="Arial"/>
              <a:ea typeface="Arial"/>
              <a:cs typeface="Arial"/>
            </a:endParaRPr>
          </a:p>
        </p:txBody>
      </p:sp>
      <p:sp>
        <p:nvSpPr>
          <p:cNvPr id="147" name="Google Shape;147;p16">
            <a:extLst xmlns:a="http://schemas.openxmlformats.org/drawingml/2006/main">
              <a:ext uri="{FF2B5EF4-FFF2-40B4-BE49-F238E27FC236}">
                <a16:creationId xmlns:a16="http://schemas.microsoft.com/office/drawing/2014/main" id="{347C2825-1870-445F-9174-0642A9C52EE8}"/>
              </a:ext>
            </a:extLst>
          </p:cNvPr>
          <p:cNvSpPr>
            <a:spLocks xmlns:a="http://schemas.openxmlformats.org/drawingml/2006/main" noGrp="1"/>
          </p:cNvSpPr>
          <p:nvPr/>
        </p:nvSpPr>
        <p:spPr>
          <a:xfrm xmlns:a="http://schemas.openxmlformats.org/drawingml/2006/main">
            <a:off x="4524375" y="3143250"/>
            <a:ext cx="3143250" cy="990600"/>
          </a:xfrm>
          <a:prstGeom xmlns:a="http://schemas.openxmlformats.org/drawingml/2006/main" prst="rect">
            <a:avLst/>
          </a:prstGeom>
          <a:solidFill xmlns:a="http://schemas.openxmlformats.org/drawingml/2006/main">
            <a:srgbClr val="FFFFFF"/>
          </a:solidFill>
          <a:ln xmlns:a="http://schemas.openxmlformats.org/drawingml/2006/main" w="10475" cap="flat" cmpd="sng">
            <a:solidFill>
              <a:srgbClr val="087C82"/>
            </a:solidFill>
            <a:prstDash val="solid"/>
            <a:round/>
            <a:headEnd type="none" w="sm" len="sm"/>
            <a:tailEnd type="none" w="sm" len="sm"/>
          </a:ln>
        </p:spPr>
        <p:txBody>
          <a:bodyPr xmlns:a="http://schemas.openxmlformats.org/drawingml/2006/main" spcFirstLastPara="1" wrap="square" lIns="76200" tIns="76200" rIns="76200" bIns="762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6 DS3225 preload servos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6 PCA9685 command boards</a:t>
            </a:r>
            <a:endParaRPr sz="1400" b="0" i="0" u="none" strike="noStrike" cap="none">
              <a:solidFill>
                <a:srgbClr val="000000"/>
              </a:solidFill>
              <a:latin typeface="Arial"/>
              <a:ea typeface="Arial"/>
              <a:cs typeface="Arial"/>
            </a:endParaRPr>
          </a:p>
        </p:txBody>
      </p:sp>
      <p:sp>
        <p:nvSpPr>
          <p:cNvPr id="145" name="Google Shape;145;p16">
            <a:extLst xmlns:a="http://schemas.openxmlformats.org/drawingml/2006/main">
              <a:ext uri="{FF2B5EF4-FFF2-40B4-BE49-F238E27FC236}">
                <a16:creationId xmlns:a16="http://schemas.microsoft.com/office/drawing/2014/main" id="{33A4A139-B6C9-4413-BD6C-865D18CDB779}"/>
              </a:ext>
            </a:extLst>
          </p:cNvPr>
          <p:cNvSpPr>
            <a:spLocks xmlns:a="http://schemas.openxmlformats.org/drawingml/2006/main" noGrp="1"/>
          </p:cNvSpPr>
          <p:nvPr/>
        </p:nvSpPr>
        <p:spPr>
          <a:xfrm xmlns:a="http://schemas.openxmlformats.org/drawingml/2006/main">
            <a:off x="8477250" y="3143250"/>
            <a:ext cx="3143250" cy="990600"/>
          </a:xfrm>
          <a:prstGeom xmlns:a="http://schemas.openxmlformats.org/drawingml/2006/main" prst="rect">
            <a:avLst/>
          </a:prstGeom>
          <a:solidFill xmlns:a="http://schemas.openxmlformats.org/drawingml/2006/main">
            <a:srgbClr val="FFFFFF"/>
          </a:solidFill>
          <a:ln xmlns:a="http://schemas.openxmlformats.org/drawingml/2006/main" w="10475" cap="flat" cmpd="sng">
            <a:solidFill>
              <a:srgbClr val="0284C7"/>
            </a:solidFill>
            <a:prstDash val="solid"/>
            <a:round/>
            <a:headEnd type="none" w="sm" len="sm"/>
            <a:tailEnd type="none" w="sm" len="sm"/>
          </a:ln>
        </p:spPr>
        <p:txBody>
          <a:bodyPr xmlns:a="http://schemas.openxmlformats.org/drawingml/2006/main" spcFirstLastPara="1" wrap="square" lIns="76200" tIns="76200" rIns="76200" bIns="762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4 Johnson 300 rpm drives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4 BTS7960, 2 passive wheels</a:t>
            </a:r>
            <a:endParaRPr sz="1400" b="0" i="0" u="none" strike="noStrike" cap="none">
              <a:solidFill>
                <a:srgbClr val="000000"/>
              </a:solidFill>
              <a:latin typeface="Arial"/>
              <a:ea typeface="Arial"/>
              <a:cs typeface="Arial"/>
            </a:endParaRPr>
          </a:p>
        </p:txBody>
      </p:sp>
      <p:sp>
        <p:nvSpPr>
          <p:cNvPr id="157" name="Google Shape;157;p16">
            <a:extLst xmlns:a="http://schemas.openxmlformats.org/drawingml/2006/main">
              <a:ext uri="{FF2B5EF4-FFF2-40B4-BE49-F238E27FC236}">
                <a16:creationId xmlns:a16="http://schemas.microsoft.com/office/drawing/2014/main" id="{3C17E16C-EA0E-46CE-9B0E-B3F84F1B174C}"/>
              </a:ext>
            </a:extLst>
          </p:cNvPr>
          <p:cNvSpPr>
            <a:spLocks xmlns:a="http://schemas.openxmlformats.org/drawingml/2006/main" noGrp="1"/>
          </p:cNvSpPr>
          <p:nvPr/>
        </p:nvSpPr>
        <p:spPr>
          <a:xfrm xmlns:a="http://schemas.openxmlformats.org/drawingml/2006/main">
            <a:off x="571500" y="4486275"/>
            <a:ext cx="1085850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Teensy handles vibration and preload commands. Pico controls four drive motors. Stop before adjusting preload, verify the holding locks and then recheck vibration. ESP32-CAM provides the camera view.</a:t>
            </a:r>
            <a:endParaRPr sz="1400" b="0" i="0" u="none" strike="noStrike" cap="none">
              <a:solidFill>
                <a:srgbClr val="000000"/>
              </a:solidFill>
              <a:latin typeface="Arial"/>
              <a:ea typeface="Arial"/>
              <a:cs typeface="Arial"/>
            </a:endParaRPr>
          </a:p>
        </p:txBody>
      </p:sp>
      <p:sp>
        <p:nvSpPr>
          <p:cNvPr id="158" name="Google Shape;158;p16">
            <a:extLst xmlns:a="http://schemas.openxmlformats.org/drawingml/2006/main">
              <a:ext uri="{FF2B5EF4-FFF2-40B4-BE49-F238E27FC236}">
                <a16:creationId xmlns:a16="http://schemas.microsoft.com/office/drawing/2014/main" id="{1E510564-CEF8-4F33-941B-3F72B1F7FEBC}"/>
              </a:ext>
            </a:extLst>
          </p:cNvPr>
          <p:cNvSpPr>
            <a:spLocks xmlns:a="http://schemas.openxmlformats.org/drawingml/2006/main" noGrp="1"/>
          </p:cNvSpPr>
          <p:nvPr/>
        </p:nvSpPr>
        <p:spPr>
          <a:xfrm xmlns:a="http://schemas.openxmlformats.org/drawingml/2006/main">
            <a:off x="571500" y="5238750"/>
            <a:ext cx="8715375" cy="7905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Testing: log three ADXL345 sensors at 800 samples/s on the chassis and two middle carriers. Use the listed OE-28 as one reference-wheel encoder. Repeat fixed and adaptive tests at matched speed.</a:t>
            </a:r>
            <a:endParaRPr sz="1400" b="0" i="0" u="none" strike="noStrike" cap="none">
              <a:solidFill>
                <a:srgbClr val="000000"/>
              </a:solidFill>
              <a:latin typeface="Arial"/>
              <a:ea typeface="Arial"/>
              <a:cs typeface="Arial"/>
            </a:endParaRPr>
          </a:p>
        </p:txBody>
      </p:sp>
      <p:pic>
        <p:nvPicPr>
          <p:cNvPr id="159" name="Google Shape;159;p16">
            <a:extLst xmlns:a="http://schemas.openxmlformats.org/drawingml/2006/main">
              <a:ext uri="{FF2B5EF4-FFF2-40B4-BE49-F238E27FC236}">
                <a16:creationId xmlns:a16="http://schemas.microsoft.com/office/drawing/2014/main" id="{5721CB63-C827-43A4-A729-B1ABD80343E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471a231bbd1446e">
            <a:alphaModFix/>
          </a:blip>
          <a:srcRect xmlns:a="http://schemas.openxmlformats.org/drawingml/2006/main" l="0" t="0" r="0" b="0"/>
          <a:stretch xmlns:a="http://schemas.openxmlformats.org/drawingml/2006/main"/>
        </p:blipFill>
        <p:spPr>
          <a:xfrm xmlns:a="http://schemas.openxmlformats.org/drawingml/2006/main">
            <a:off x="9763125" y="5172075"/>
            <a:ext cx="742950" cy="742950"/>
          </a:xfrm>
          <a:prstGeom xmlns:a="http://schemas.openxmlformats.org/drawingml/2006/main" prst="rect">
            <a:avLst/>
          </a:prstGeom>
          <a:ln xmlns:a="http://schemas.openxmlformats.org/drawingml/2006/main">
            <a:noFill/>
          </a:ln>
        </p:spPr>
      </p:pic>
      <p:pic>
        <p:nvPicPr>
          <p:cNvPr id="160" name="Google Shape;160;p16">
            <a:extLst xmlns:a="http://schemas.openxmlformats.org/drawingml/2006/main">
              <a:ext uri="{FF2B5EF4-FFF2-40B4-BE49-F238E27FC236}">
                <a16:creationId xmlns:a16="http://schemas.microsoft.com/office/drawing/2014/main" id="{73588DE9-DC71-40FF-8BB9-7AB2F1B32AD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88d9c415d8b4bc2">
            <a:alphaModFix/>
          </a:blip>
          <a:srcRect xmlns:a="http://schemas.openxmlformats.org/drawingml/2006/main" l="0" t="0" r="0" b="0"/>
          <a:stretch xmlns:a="http://schemas.openxmlformats.org/drawingml/2006/main"/>
        </p:blipFill>
        <p:spPr>
          <a:xfrm xmlns:a="http://schemas.openxmlformats.org/drawingml/2006/main">
            <a:off x="10810875" y="5172075"/>
            <a:ext cx="742950" cy="742950"/>
          </a:xfrm>
          <a:prstGeom xmlns:a="http://schemas.openxmlformats.org/drawingml/2006/main" prst="rect">
            <a:avLst/>
          </a:prstGeom>
          <a:ln xmlns:a="http://schemas.openxmlformats.org/drawingml/2006/main">
            <a:noFill/>
          </a:ln>
        </p:spPr>
      </p:pic>
      <p:sp>
        <p:nvSpPr>
          <p:cNvPr id="161" name="Google Shape;161;p16">
            <a:extLst xmlns:a="http://schemas.openxmlformats.org/drawingml/2006/main">
              <a:ext uri="{FF2B5EF4-FFF2-40B4-BE49-F238E27FC236}">
                <a16:creationId xmlns:a16="http://schemas.microsoft.com/office/drawing/2014/main" id="{5513F805-68BF-4D13-9A45-B0734028C812}"/>
              </a:ext>
            </a:extLst>
          </p:cNvPr>
          <p:cNvSpPr>
            <a:spLocks xmlns:a="http://schemas.openxmlformats.org/drawingml/2006/main" noGrp="1"/>
          </p:cNvSpPr>
          <p:nvPr/>
        </p:nvSpPr>
        <p:spPr>
          <a:xfrm xmlns:a="http://schemas.openxmlformats.org/drawingml/2006/main">
            <a:off x="9734550" y="5953125"/>
            <a:ext cx="19050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900"/>
              <a:buFont typeface="Arial"/>
              <a:buNone/>
            </a:pPr>
            <a:r>
              <a:rPr sz="900" b="0" i="0" u="none" strike="noStrike" cap="none">
                <a:solidFill>
                  <a:srgbClr val="64748B"/>
                </a:solidFill>
                <a:latin typeface="Inter"/>
                <a:ea typeface="Inter"/>
                <a:cs typeface="Inter"/>
              </a:rPr>
              <a:t>ADXL345       MPU6050</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797315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 name="Google Shape;168;p17">
            <a:extLst xmlns:a="http://schemas.openxmlformats.org/drawingml/2006/main">
              <a:ext uri="{FF2B5EF4-FFF2-40B4-BE49-F238E27FC236}">
                <a16:creationId xmlns:a16="http://schemas.microsoft.com/office/drawing/2014/main" id="{8C3E8C2F-F1A7-4E3A-8F2F-801AD8794400}"/>
              </a:ext>
            </a:extLst>
          </p:cNvPr>
          <p:cNvSpPr>
            <a:spLocks xmlns:a="http://schemas.openxmlformats.org/drawingml/2006/main" noGrp="1"/>
          </p:cNvSpPr>
          <p:nvPr/>
        </p:nvSpPr>
        <p:spPr>
          <a:xfrm xmlns:a="http://schemas.openxmlformats.org/drawingml/2006/main">
            <a:off x="571500" y="476250"/>
            <a:ext cx="11601600" cy="388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1E3A8A"/>
                </a:solidFill>
                <a:latin typeface="Poppins"/>
                <a:ea typeface="Poppins"/>
                <a:cs typeface="Poppins"/>
              </a:rPr>
              <a:t>System Architecture &amp; Specs</a:t>
            </a:r>
            <a:endParaRPr sz="1400" b="0" i="0" u="none" strike="noStrike" cap="none">
              <a:solidFill>
                <a:srgbClr val="000000"/>
              </a:solidFill>
              <a:latin typeface="Arial"/>
              <a:ea typeface="Arial"/>
              <a:cs typeface="Arial"/>
            </a:endParaRPr>
          </a:p>
        </p:txBody>
      </p:sp>
      <p:pic>
        <p:nvPicPr>
          <p:cNvPr id="169" name="Google Shape;169;p17">
            <a:extLst xmlns:a="http://schemas.openxmlformats.org/drawingml/2006/main">
              <a:ext uri="{FF2B5EF4-FFF2-40B4-BE49-F238E27FC236}">
                <a16:creationId xmlns:a16="http://schemas.microsoft.com/office/drawing/2014/main" id="{76EE3008-151B-4D79-9A6A-AEEDF8C235A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aaec03e4e624eff">
            <a:alphaModFix/>
          </a:blip>
          <a:srcRect xmlns:a="http://schemas.openxmlformats.org/drawingml/2006/main" l="0" t="0" r="0" b="0"/>
          <a:stretch xmlns:a="http://schemas.openxmlformats.org/drawingml/2006/main"/>
        </p:blipFill>
        <p:spPr>
          <a:xfrm xmlns:a="http://schemas.openxmlformats.org/drawingml/2006/main">
            <a:off x="11095194" y="6280800"/>
            <a:ext cx="1096806" cy="577200"/>
          </a:xfrm>
          <a:prstGeom xmlns:a="http://schemas.openxmlformats.org/drawingml/2006/main" prst="rect">
            <a:avLst/>
          </a:prstGeom>
          <a:ln xmlns:a="http://schemas.openxmlformats.org/drawingml/2006/main">
            <a:noFill/>
          </a:ln>
        </p:spPr>
      </p:pic>
      <p:pic>
        <p:nvPicPr>
          <p:cNvPr id="170" name="Google Shape;170;p17">
            <a:extLst xmlns:a="http://schemas.openxmlformats.org/drawingml/2006/main">
              <a:ext uri="{FF2B5EF4-FFF2-40B4-BE49-F238E27FC236}">
                <a16:creationId xmlns:a16="http://schemas.microsoft.com/office/drawing/2014/main" id="{8A10E1A5-4217-4547-BE0D-371B57D7225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4723cd8ff6d456e">
            <a:alphaModFix/>
          </a:blip>
          <a:srcRect xmlns:a="http://schemas.openxmlformats.org/drawingml/2006/main" l="14673" t="33074" r="15820" b="44466"/>
          <a:stretch xmlns:a="http://schemas.openxmlformats.org/drawingml/2006/main"/>
        </p:blipFill>
        <p:spPr>
          <a:xfrm xmlns:a="http://schemas.openxmlformats.org/drawingml/2006/main">
            <a:off x="0" y="6280800"/>
            <a:ext cx="1786280" cy="577200"/>
          </a:xfrm>
          <a:prstGeom xmlns:a="http://schemas.openxmlformats.org/drawingml/2006/main" prst="rect">
            <a:avLst/>
          </a:prstGeom>
          <a:ln xmlns:a="http://schemas.openxmlformats.org/drawingml/2006/main">
            <a:noFill/>
          </a:ln>
        </p:spPr>
      </p:pic>
      <p:pic>
        <p:nvPicPr>
          <p:cNvPr id="171" name="Google Shape;171;p17">
            <a:extLst xmlns:a="http://schemas.openxmlformats.org/drawingml/2006/main">
              <a:ext uri="{FF2B5EF4-FFF2-40B4-BE49-F238E27FC236}">
                <a16:creationId xmlns:a16="http://schemas.microsoft.com/office/drawing/2014/main" id="{01D02CF0-19B9-4341-9F94-C3176F04DF8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55793566a8f42e5">
            <a:alphaModFix/>
          </a:blip>
          <a:srcRect xmlns:a="http://schemas.openxmlformats.org/drawingml/2006/main" l="15208" t="6250" r="15208" b="4259"/>
          <a:stretch xmlns:a="http://schemas.openxmlformats.org/drawingml/2006/main"/>
        </p:blipFill>
        <p:spPr>
          <a:xfrm xmlns:a="http://schemas.openxmlformats.org/drawingml/2006/main">
            <a:off x="1039346" y="1409700"/>
            <a:ext cx="4303059" cy="3143250"/>
          </a:xfrm>
          <a:prstGeom xmlns:a="http://schemas.openxmlformats.org/drawingml/2006/main" prst="rect">
            <a:avLst/>
          </a:prstGeom>
          <a:ln xmlns:a="http://schemas.openxmlformats.org/drawingml/2006/main">
            <a:noFill/>
          </a:ln>
        </p:spPr>
      </p:pic>
      <p:sp>
        <p:nvSpPr>
          <p:cNvPr id="172" name="Google Shape;172;p17">
            <a:extLst xmlns:a="http://schemas.openxmlformats.org/drawingml/2006/main">
              <a:ext uri="{FF2B5EF4-FFF2-40B4-BE49-F238E27FC236}">
                <a16:creationId xmlns:a16="http://schemas.microsoft.com/office/drawing/2014/main" id="{4C41FF9F-5D17-4276-AA09-3E2A42DF5859}"/>
              </a:ext>
            </a:extLst>
          </p:cNvPr>
          <p:cNvSpPr>
            <a:spLocks xmlns:a="http://schemas.openxmlformats.org/drawingml/2006/main" noGrp="1"/>
          </p:cNvSpPr>
          <p:nvPr/>
        </p:nvSpPr>
        <p:spPr>
          <a:xfrm xmlns:a="http://schemas.openxmlformats.org/drawingml/2006/main">
            <a:off x="571500" y="4733925"/>
            <a:ext cx="523875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975"/>
              <a:buFont typeface="Arial"/>
              <a:buNone/>
            </a:pPr>
            <a:r>
              <a:rPr sz="975" b="0" i="0" u="none" strike="noStrike" cap="none">
                <a:solidFill>
                  <a:srgbClr val="64748B"/>
                </a:solidFill>
                <a:latin typeface="Inter"/>
                <a:ea typeface="Inter"/>
                <a:cs typeface="Inter"/>
              </a:rPr>
              <a:t>Complete rover CAD </a:t>
            </a:r>
            <a:r>
              <a:rPr sz="975">
                <a:solidFill>
                  <a:srgbClr val="64748B"/>
                </a:solidFill>
                <a:latin typeface="Inter"/>
                <a:ea typeface="Inter"/>
                <a:cs typeface="Inter"/>
              </a:rPr>
              <a:t>[AI Edited Image]</a:t>
            </a:r>
            <a:r>
              <a:rPr sz="975" b="0" i="0" u="none" strike="noStrike" cap="none">
                <a:solidFill>
                  <a:srgbClr val="64748B"/>
                </a:solidFill>
                <a:latin typeface="Inter"/>
                <a:ea typeface="Inter"/>
                <a:cs typeface="Inter"/>
              </a:rPr>
              <a:t> </a:t>
            </a:r>
            <a:endParaRPr sz="1400" b="0" i="0" u="none" strike="noStrike" cap="none">
              <a:solidFill>
                <a:srgbClr val="000000"/>
              </a:solidFill>
              <a:latin typeface="Arial"/>
              <a:ea typeface="Arial"/>
              <a:cs typeface="Arial"/>
            </a:endParaRPr>
          </a:p>
        </p:txBody>
      </p:sp>
      <p:graphicFrame>
        <p:nvGraphicFramePr>
          <p:cNvPr id="173" name="Google Shape;173;p17">
            <a:extLst xmlns:a="http://schemas.openxmlformats.org/drawingml/2006/main">
              <a:ext uri="{FF2B5EF4-FFF2-40B4-BE49-F238E27FC236}">
                <a16:creationId xmlns:a16="http://schemas.microsoft.com/office/drawing/2014/main" id="{C48B73C9-6DAC-47D7-84E4-4DE72F57E64B}"/>
              </a:ext>
            </a:extLst>
          </p:cNvPr>
          <p:cNvGraphicFramePr/>
          <p:nvPr/>
        </p:nvGraphicFramePr>
        <p:xfrm>
          <a:off xmlns:a="http://schemas.openxmlformats.org/drawingml/2006/main" x="6191250" y="1381125"/>
          <a:ext xmlns:a="http://schemas.openxmlformats.org/drawingml/2006/main" cx="3000000" cy="3000000"/>
        </p:xfrm>
        <a:graphic xmlns:a="http://schemas.openxmlformats.org/drawingml/2006/main">
          <a:graphicData uri="http://schemas.openxmlformats.org/drawingml/2006/table">
            <a:tbl>
              <a:tblPr>
                <a:tableStyleId>{62ED9BA4-4FA7-4FEF-9CD9-25A31C81FDAC}</a:tableStyleId>
              </a:tblPr>
              <a:tblGrid>
                <a:gridCol w="1524000"/>
                <a:gridCol w="3905250"/>
              </a:tblGrid>
              <a:tr h="390525">
                <a:tc>
                  <a:txBody>
                    <a:bodyPr/>
                    <a:lstStyle/>
                    <a:p>
                      <a:pPr marL="0" marR="0" lvl="0" indent="0" algn="l">
                        <a:lnSpc>
                          <a:spcPct val="100000"/>
                        </a:lnSpc>
                        <a:spcBef>
                          <a:spcPts val="0"/>
                        </a:spcBef>
                        <a:spcAft>
                          <a:spcPts val="0"/>
                        </a:spcAft>
                        <a:buClr>
                          <a:srgbClr val="000000"/>
                        </a:buClr>
                        <a:buSzPts val="1050"/>
                        <a:buFont typeface="Arial"/>
                        <a:buNone/>
                      </a:pPr>
                      <a:r>
                        <a:rPr sz="1050" b="1" u="none" strike="noStrike" cap="none">
                          <a:solidFill>
                            <a:srgbClr val="334155"/>
                          </a:solidFill>
                          <a:latin typeface="Inter"/>
                          <a:ea typeface="Inter"/>
                          <a:cs typeface="Inter"/>
                        </a:rPr>
                        <a:t>Parameter</a:t>
                      </a:r>
                      <a:endParaRPr sz="1400" u="none" strike="noStrike" cap="none"/>
                    </a:p>
                  </a:txBody>
                  <a:tcPr marL="38100" marR="38100" marT="19050" marB="19050" anchor="ctr">
                    <a:lnL w="9525" cmpd="sng">
                      <a:solidFill>
                        <a:srgbClr val="E2E8F0"/>
                      </a:solidFill>
                      <a:prstDash val="solid"/>
                    </a:lnL>
                    <a:lnT w="9525" cmpd="sng">
                      <a:solidFill>
                        <a:srgbClr val="E2E8F0"/>
                      </a:solidFill>
                      <a:prstDash val="solid"/>
                    </a:lnT>
                    <a:solidFill>
                      <a:srgbClr val="E2E8F0"/>
                    </a:solidFill>
                  </a:tcPr>
                </a:tc>
                <a:tc>
                  <a:txBody>
                    <a:bodyPr/>
                    <a:lstStyle/>
                    <a:p>
                      <a:pPr marL="0" marR="0" lvl="0" indent="0" algn="l">
                        <a:lnSpc>
                          <a:spcPct val="100000"/>
                        </a:lnSpc>
                        <a:spcBef>
                          <a:spcPts val="0"/>
                        </a:spcBef>
                        <a:spcAft>
                          <a:spcPts val="0"/>
                        </a:spcAft>
                        <a:buClr>
                          <a:srgbClr val="000000"/>
                        </a:buClr>
                        <a:buSzPts val="1050"/>
                        <a:buFont typeface="Arial"/>
                        <a:buNone/>
                      </a:pPr>
                      <a:r>
                        <a:rPr sz="1050" b="1" u="none" strike="noStrike" cap="none">
                          <a:solidFill>
                            <a:srgbClr val="334155"/>
                          </a:solidFill>
                          <a:latin typeface="Inter"/>
                          <a:ea typeface="Inter"/>
                          <a:cs typeface="Inter"/>
                        </a:rPr>
                        <a:t>BOM specification / design target</a:t>
                      </a:r>
                      <a:endParaRPr sz="1400" u="none" strike="noStrike" cap="none"/>
                    </a:p>
                  </a:txBody>
                  <a:tcPr marL="38100" marR="38100" marT="19050" marB="19050" anchor="ctr">
                    <a:lnR w="9525" cmpd="sng">
                      <a:solidFill>
                        <a:srgbClr val="E2E8F0"/>
                      </a:solidFill>
                      <a:prstDash val="solid"/>
                    </a:lnR>
                    <a:lnT w="9525" cmpd="sng">
                      <a:solidFill>
                        <a:srgbClr val="E2E8F0"/>
                      </a:solidFill>
                      <a:prstDash val="solid"/>
                    </a:lnT>
                    <a:solidFill>
                      <a:srgbClr val="E2E8F0"/>
                    </a:solidFill>
                  </a:tcPr>
                </a:tc>
              </a:tr>
              <a:tr h="390525">
                <a:tc>
                  <a:txBody>
                    <a:bodyPr/>
                    <a:lstStyle/>
                    <a:p>
                      <a:pPr marL="0" marR="0" lvl="0" indent="0" algn="l">
                        <a:lnSpc>
                          <a:spcPct val="100000"/>
                        </a:lnSpc>
                        <a:spcBef>
                          <a:spcPts val="0"/>
                        </a:spcBef>
                        <a:spcAft>
                          <a:spcPts val="0"/>
                        </a:spcAft>
                        <a:buClr>
                          <a:srgbClr val="000000"/>
                        </a:buClr>
                        <a:buSzPts val="1050"/>
                        <a:buFont typeface="Arial"/>
                        <a:buNone/>
                      </a:pPr>
                      <a:r>
                        <a:rPr sz="1050" b="0" u="none" strike="noStrike" cap="none">
                          <a:solidFill>
                            <a:srgbClr val="334155"/>
                          </a:solidFill>
                          <a:latin typeface="Inter"/>
                          <a:ea typeface="Inter"/>
                          <a:cs typeface="Inter"/>
                        </a:rPr>
                        <a:t>Total mass</a:t>
                      </a:r>
                      <a:endParaRPr sz="1400" u="none" strike="noStrike" cap="none"/>
                    </a:p>
                  </a:txBody>
                  <a:tcPr marL="38100" marR="38100" marT="19050" marB="19050" anchor="ctr">
                    <a:lnL w="9525" cmpd="sng">
                      <a:solidFill>
                        <a:srgbClr val="E2E8F0"/>
                      </a:solidFill>
                      <a:prstDash val="solid"/>
                    </a:lnL>
                    <a:solidFill>
                      <a:srgbClr val="F7F9FB"/>
                    </a:solidFill>
                  </a:tcPr>
                </a:tc>
                <a:tc>
                  <a:txBody>
                    <a:bodyPr/>
                    <a:lstStyle/>
                    <a:p>
                      <a:pPr marL="0" marR="0" lvl="0" indent="0" algn="l">
                        <a:lnSpc>
                          <a:spcPct val="100000"/>
                        </a:lnSpc>
                        <a:spcBef>
                          <a:spcPts val="0"/>
                        </a:spcBef>
                        <a:spcAft>
                          <a:spcPts val="0"/>
                        </a:spcAft>
                        <a:buClr>
                          <a:srgbClr val="000000"/>
                        </a:buClr>
                        <a:buSzPts val="1050"/>
                        <a:buFont typeface="Arial"/>
                        <a:buNone/>
                      </a:pPr>
                      <a:r>
                        <a:rPr sz="1050" b="0" u="none" strike="noStrike" cap="none">
                          <a:solidFill>
                            <a:srgbClr val="334155"/>
                          </a:solidFill>
                          <a:latin typeface="Inter"/>
                          <a:ea typeface="Inter"/>
                          <a:cs typeface="Inter"/>
                        </a:rPr>
                        <a:t>30 kg design case, including battery and payload</a:t>
                      </a:r>
                      <a:endParaRPr sz="1400" u="none" strike="noStrike" cap="none"/>
                    </a:p>
                  </a:txBody>
                  <a:tcPr marL="38100" marR="38100" marT="19050" marB="19050" anchor="ctr">
                    <a:lnR w="9525" cmpd="sng">
                      <a:solidFill>
                        <a:srgbClr val="E2E8F0"/>
                      </a:solidFill>
                      <a:prstDash val="solid"/>
                    </a:lnR>
                    <a:solidFill>
                      <a:srgbClr val="F7F9FB"/>
                    </a:solidFill>
                  </a:tcPr>
                </a:tc>
              </a:tr>
              <a:tr h="390525">
                <a:tc>
                  <a:txBody>
                    <a:bodyPr/>
                    <a:lstStyle/>
                    <a:p>
                      <a:pPr marL="0" marR="0" lvl="0" indent="0" algn="l">
                        <a:lnSpc>
                          <a:spcPct val="100000"/>
                        </a:lnSpc>
                        <a:spcBef>
                          <a:spcPts val="0"/>
                        </a:spcBef>
                        <a:spcAft>
                          <a:spcPts val="0"/>
                        </a:spcAft>
                        <a:buClr>
                          <a:srgbClr val="000000"/>
                        </a:buClr>
                        <a:buSzPts val="1050"/>
                        <a:buFont typeface="Arial"/>
                        <a:buNone/>
                      </a:pPr>
                      <a:r>
                        <a:rPr sz="1050" b="0" u="none" strike="noStrike" cap="none">
                          <a:solidFill>
                            <a:srgbClr val="334155"/>
                          </a:solidFill>
                          <a:latin typeface="Inter"/>
                          <a:ea typeface="Inter"/>
                          <a:cs typeface="Inter"/>
                        </a:rPr>
                        <a:t>Geometry</a:t>
                      </a:r>
                      <a:endParaRPr sz="1400" u="none" strike="noStrike" cap="none"/>
                    </a:p>
                  </a:txBody>
                  <a:tcPr marL="38100" marR="38100" marT="19050" marB="19050" anchor="ctr">
                    <a:lnL w="9525" cmpd="sng">
                      <a:solidFill>
                        <a:srgbClr val="E2E8F0"/>
                      </a:solidFill>
                      <a:prstDash val="solid"/>
                    </a:lnL>
                    <a:solidFill>
                      <a:srgbClr val="FFFFFF"/>
                    </a:solidFill>
                  </a:tcPr>
                </a:tc>
                <a:tc>
                  <a:txBody>
                    <a:bodyPr/>
                    <a:lstStyle/>
                    <a:p>
                      <a:pPr marL="0" marR="0" lvl="0" indent="0" algn="l">
                        <a:lnSpc>
                          <a:spcPct val="100000"/>
                        </a:lnSpc>
                        <a:spcBef>
                          <a:spcPts val="0"/>
                        </a:spcBef>
                        <a:spcAft>
                          <a:spcPts val="0"/>
                        </a:spcAft>
                        <a:buClr>
                          <a:srgbClr val="000000"/>
                        </a:buClr>
                        <a:buSzPts val="1050"/>
                        <a:buFont typeface="Arial"/>
                        <a:buNone/>
                      </a:pPr>
                      <a:r>
                        <a:rPr sz="1050" b="0" u="none" strike="noStrike" cap="none">
                          <a:solidFill>
                            <a:srgbClr val="334155"/>
                          </a:solidFill>
                          <a:latin typeface="Inter"/>
                          <a:ea typeface="Inter"/>
                          <a:cs typeface="Inter"/>
                        </a:rPr>
                        <a:t>520 mm chassis, six 83 mm wheels</a:t>
                      </a:r>
                      <a:endParaRPr sz="1400" u="none" strike="noStrike" cap="none"/>
                    </a:p>
                  </a:txBody>
                  <a:tcPr marL="38100" marR="38100" marT="19050" marB="19050" anchor="ctr">
                    <a:lnR w="9525" cmpd="sng">
                      <a:solidFill>
                        <a:srgbClr val="E2E8F0"/>
                      </a:solidFill>
                      <a:prstDash val="solid"/>
                    </a:lnR>
                    <a:solidFill>
                      <a:srgbClr val="FFFFFF"/>
                    </a:solidFill>
                  </a:tcPr>
                </a:tc>
              </a:tr>
              <a:tr h="390525">
                <a:tc>
                  <a:txBody>
                    <a:bodyPr/>
                    <a:lstStyle/>
                    <a:p>
                      <a:pPr marL="0" marR="0" lvl="0" indent="0" algn="l">
                        <a:lnSpc>
                          <a:spcPct val="100000"/>
                        </a:lnSpc>
                        <a:spcBef>
                          <a:spcPts val="0"/>
                        </a:spcBef>
                        <a:spcAft>
                          <a:spcPts val="0"/>
                        </a:spcAft>
                        <a:buClr>
                          <a:srgbClr val="000000"/>
                        </a:buClr>
                        <a:buSzPts val="1050"/>
                        <a:buFont typeface="Arial"/>
                        <a:buNone/>
                      </a:pPr>
                      <a:r>
                        <a:rPr sz="1050" b="0" u="none" strike="noStrike" cap="none">
                          <a:solidFill>
                            <a:srgbClr val="334155"/>
                          </a:solidFill>
                          <a:latin typeface="Inter"/>
                          <a:ea typeface="Inter"/>
                          <a:cs typeface="Inter"/>
                        </a:rPr>
                        <a:t>Suspension</a:t>
                      </a:r>
                      <a:endParaRPr sz="1400" u="none" strike="noStrike" cap="none"/>
                    </a:p>
                  </a:txBody>
                  <a:tcPr marL="38100" marR="38100" marT="19050" marB="19050" anchor="ctr">
                    <a:lnL w="9525" cmpd="sng">
                      <a:solidFill>
                        <a:srgbClr val="E2E8F0"/>
                      </a:solidFill>
                      <a:prstDash val="solid"/>
                    </a:lnL>
                    <a:solidFill>
                      <a:srgbClr val="F7F9FB"/>
                    </a:solidFill>
                  </a:tcPr>
                </a:tc>
                <a:tc>
                  <a:txBody>
                    <a:bodyPr/>
                    <a:lstStyle/>
                    <a:p>
                      <a:pPr marL="0" marR="0" lvl="0" indent="0" algn="l">
                        <a:lnSpc>
                          <a:spcPct val="100000"/>
                        </a:lnSpc>
                        <a:spcBef>
                          <a:spcPts val="0"/>
                        </a:spcBef>
                        <a:spcAft>
                          <a:spcPts val="0"/>
                        </a:spcAft>
                        <a:buClr>
                          <a:srgbClr val="000000"/>
                        </a:buClr>
                        <a:buSzPts val="1050"/>
                        <a:buFont typeface="Arial"/>
                        <a:buNone/>
                      </a:pPr>
                      <a:r>
                        <a:rPr sz="1050" b="0" u="none" strike="noStrike" cap="none">
                          <a:solidFill>
                            <a:srgbClr val="334155"/>
                          </a:solidFill>
                          <a:latin typeface="Inter"/>
                          <a:ea typeface="Inter"/>
                          <a:cs typeface="Inter"/>
                        </a:rPr>
                        <a:t>6 passive joints, 6 DS3225 preload servos</a:t>
                      </a:r>
                      <a:endParaRPr sz="1400" u="none" strike="noStrike" cap="none"/>
                    </a:p>
                  </a:txBody>
                  <a:tcPr marL="38100" marR="38100" marT="19050" marB="19050" anchor="ctr">
                    <a:lnR w="9525" cmpd="sng">
                      <a:solidFill>
                        <a:srgbClr val="E2E8F0"/>
                      </a:solidFill>
                      <a:prstDash val="solid"/>
                    </a:lnR>
                    <a:solidFill>
                      <a:srgbClr val="F7F9FB"/>
                    </a:solidFill>
                  </a:tcPr>
                </a:tc>
              </a:tr>
              <a:tr h="390525">
                <a:tc>
                  <a:txBody>
                    <a:bodyPr/>
                    <a:lstStyle/>
                    <a:p>
                      <a:pPr marL="0" marR="0" lvl="0" indent="0" algn="l">
                        <a:lnSpc>
                          <a:spcPct val="100000"/>
                        </a:lnSpc>
                        <a:spcBef>
                          <a:spcPts val="0"/>
                        </a:spcBef>
                        <a:spcAft>
                          <a:spcPts val="0"/>
                        </a:spcAft>
                        <a:buClr>
                          <a:srgbClr val="000000"/>
                        </a:buClr>
                        <a:buSzPts val="1050"/>
                        <a:buFont typeface="Arial"/>
                        <a:buNone/>
                      </a:pPr>
                      <a:r>
                        <a:rPr sz="1050" b="0" u="none" strike="noStrike" cap="none">
                          <a:solidFill>
                            <a:srgbClr val="334155"/>
                          </a:solidFill>
                          <a:latin typeface="Inter"/>
                          <a:ea typeface="Inter"/>
                          <a:cs typeface="Inter"/>
                        </a:rPr>
                        <a:t>Wheel drives</a:t>
                      </a:r>
                      <a:endParaRPr sz="1400" u="none" strike="noStrike" cap="none"/>
                    </a:p>
                  </a:txBody>
                  <a:tcPr marL="38100" marR="38100" marT="19050" marB="19050" anchor="ctr">
                    <a:lnL w="9525" cmpd="sng">
                      <a:solidFill>
                        <a:srgbClr val="E2E8F0"/>
                      </a:solidFill>
                      <a:prstDash val="solid"/>
                    </a:lnL>
                    <a:solidFill>
                      <a:srgbClr val="FFFFFF"/>
                    </a:solidFill>
                  </a:tcPr>
                </a:tc>
                <a:tc>
                  <a:txBody>
                    <a:bodyPr/>
                    <a:lstStyle/>
                    <a:p>
                      <a:pPr marL="0" marR="0" lvl="0" indent="0" algn="l">
                        <a:lnSpc>
                          <a:spcPct val="100000"/>
                        </a:lnSpc>
                        <a:spcBef>
                          <a:spcPts val="0"/>
                        </a:spcBef>
                        <a:spcAft>
                          <a:spcPts val="0"/>
                        </a:spcAft>
                        <a:buClr>
                          <a:srgbClr val="000000"/>
                        </a:buClr>
                        <a:buSzPts val="1050"/>
                        <a:buFont typeface="Arial"/>
                        <a:buNone/>
                      </a:pPr>
                      <a:r>
                        <a:rPr sz="1050" b="0" u="none" strike="noStrike" cap="none">
                          <a:solidFill>
                            <a:srgbClr val="334155"/>
                          </a:solidFill>
                          <a:latin typeface="Inter"/>
                          <a:ea typeface="Inter"/>
                          <a:cs typeface="Inter"/>
                        </a:rPr>
                        <a:t>4 × Johnson 12 V, 300 rpm; 2 passive wheels</a:t>
                      </a:r>
                      <a:endParaRPr sz="1400" u="none" strike="noStrike" cap="none"/>
                    </a:p>
                  </a:txBody>
                  <a:tcPr marL="38100" marR="38100" marT="19050" marB="19050" anchor="ctr">
                    <a:lnR w="9525" cmpd="sng">
                      <a:solidFill>
                        <a:srgbClr val="E2E8F0"/>
                      </a:solidFill>
                      <a:prstDash val="solid"/>
                    </a:lnR>
                    <a:solidFill>
                      <a:srgbClr val="FFFFFF"/>
                    </a:solidFill>
                  </a:tcPr>
                </a:tc>
              </a:tr>
              <a:tr h="390525">
                <a:tc>
                  <a:txBody>
                    <a:bodyPr/>
                    <a:lstStyle/>
                    <a:p>
                      <a:pPr marL="0" marR="0" lvl="0" indent="0" algn="l">
                        <a:lnSpc>
                          <a:spcPct val="100000"/>
                        </a:lnSpc>
                        <a:spcBef>
                          <a:spcPts val="0"/>
                        </a:spcBef>
                        <a:spcAft>
                          <a:spcPts val="0"/>
                        </a:spcAft>
                        <a:buClr>
                          <a:srgbClr val="000000"/>
                        </a:buClr>
                        <a:buSzPts val="1050"/>
                        <a:buFont typeface="Arial"/>
                        <a:buNone/>
                      </a:pPr>
                      <a:r>
                        <a:rPr sz="1050" b="0" u="none" strike="noStrike" cap="none">
                          <a:solidFill>
                            <a:srgbClr val="334155"/>
                          </a:solidFill>
                          <a:latin typeface="Inter"/>
                          <a:ea typeface="Inter"/>
                          <a:cs typeface="Inter"/>
                        </a:rPr>
                        <a:t>Motor control</a:t>
                      </a:r>
                      <a:endParaRPr sz="1400" u="none" strike="noStrike" cap="none"/>
                    </a:p>
                  </a:txBody>
                  <a:tcPr marL="38100" marR="38100" marT="19050" marB="19050" anchor="ctr">
                    <a:lnL w="9525" cmpd="sng">
                      <a:solidFill>
                        <a:srgbClr val="E2E8F0"/>
                      </a:solidFill>
                      <a:prstDash val="solid"/>
                    </a:lnL>
                    <a:solidFill>
                      <a:srgbClr val="F7F9FB"/>
                    </a:solidFill>
                  </a:tcPr>
                </a:tc>
                <a:tc>
                  <a:txBody>
                    <a:bodyPr/>
                    <a:lstStyle/>
                    <a:p>
                      <a:pPr marL="0" marR="0" lvl="0" indent="0" algn="l">
                        <a:lnSpc>
                          <a:spcPct val="100000"/>
                        </a:lnSpc>
                        <a:spcBef>
                          <a:spcPts val="0"/>
                        </a:spcBef>
                        <a:spcAft>
                          <a:spcPts val="0"/>
                        </a:spcAft>
                        <a:buClr>
                          <a:srgbClr val="000000"/>
                        </a:buClr>
                        <a:buSzPts val="1050"/>
                        <a:buFont typeface="Arial"/>
                        <a:buNone/>
                      </a:pPr>
                      <a:r>
                        <a:rPr sz="1050" b="0" u="none" strike="noStrike" cap="none">
                          <a:solidFill>
                            <a:srgbClr val="334155"/>
                          </a:solidFill>
                          <a:latin typeface="Inter"/>
                          <a:ea typeface="Inter"/>
                          <a:cs typeface="Inter"/>
                        </a:rPr>
                        <a:t>4 × BTS7960; 6 × PCA9685</a:t>
                      </a:r>
                      <a:endParaRPr sz="1400" u="none" strike="noStrike" cap="none"/>
                    </a:p>
                  </a:txBody>
                  <a:tcPr marL="38100" marR="38100" marT="19050" marB="19050" anchor="ctr">
                    <a:lnR w="9525" cmpd="sng">
                      <a:solidFill>
                        <a:srgbClr val="E2E8F0"/>
                      </a:solidFill>
                      <a:prstDash val="solid"/>
                    </a:lnR>
                    <a:solidFill>
                      <a:srgbClr val="F7F9FB"/>
                    </a:solidFill>
                  </a:tcPr>
                </a:tc>
              </a:tr>
              <a:tr h="390525">
                <a:tc>
                  <a:txBody>
                    <a:bodyPr/>
                    <a:lstStyle/>
                    <a:p>
                      <a:pPr marL="0" marR="0" lvl="0" indent="0" algn="l">
                        <a:lnSpc>
                          <a:spcPct val="100000"/>
                        </a:lnSpc>
                        <a:spcBef>
                          <a:spcPts val="0"/>
                        </a:spcBef>
                        <a:spcAft>
                          <a:spcPts val="0"/>
                        </a:spcAft>
                        <a:buClr>
                          <a:srgbClr val="000000"/>
                        </a:buClr>
                        <a:buSzPts val="1050"/>
                        <a:buFont typeface="Arial"/>
                        <a:buNone/>
                      </a:pPr>
                      <a:r>
                        <a:rPr sz="1050" b="0" u="none" strike="noStrike" cap="none">
                          <a:solidFill>
                            <a:srgbClr val="334155"/>
                          </a:solidFill>
                          <a:latin typeface="Inter"/>
                          <a:ea typeface="Inter"/>
                          <a:cs typeface="Inter"/>
                        </a:rPr>
                        <a:t>Controllers</a:t>
                      </a:r>
                      <a:endParaRPr sz="1400" u="none" strike="noStrike" cap="none"/>
                    </a:p>
                  </a:txBody>
                  <a:tcPr marL="38100" marR="38100" marT="19050" marB="19050" anchor="ctr">
                    <a:lnL w="9525" cmpd="sng">
                      <a:solidFill>
                        <a:srgbClr val="E2E8F0"/>
                      </a:solidFill>
                      <a:prstDash val="solid"/>
                    </a:lnL>
                    <a:solidFill>
                      <a:srgbClr val="FFFFFF"/>
                    </a:solidFill>
                  </a:tcPr>
                </a:tc>
                <a:tc>
                  <a:txBody>
                    <a:bodyPr/>
                    <a:lstStyle/>
                    <a:p>
                      <a:pPr marL="0" marR="0" lvl="0" indent="0" algn="l">
                        <a:lnSpc>
                          <a:spcPct val="100000"/>
                        </a:lnSpc>
                        <a:spcBef>
                          <a:spcPts val="0"/>
                        </a:spcBef>
                        <a:spcAft>
                          <a:spcPts val="0"/>
                        </a:spcAft>
                        <a:buClr>
                          <a:srgbClr val="000000"/>
                        </a:buClr>
                        <a:buSzPts val="1050"/>
                        <a:buFont typeface="Arial"/>
                        <a:buNone/>
                      </a:pPr>
                      <a:r>
                        <a:rPr sz="1050">
                          <a:solidFill>
                            <a:srgbClr val="334155"/>
                          </a:solidFill>
                          <a:latin typeface="Inter"/>
                          <a:ea typeface="Inter"/>
                          <a:cs typeface="Inter"/>
                        </a:rPr>
                        <a:t>Teensy 4.0 + Raspberry Pi Pico RP2040</a:t>
                      </a:r>
                      <a:endParaRPr sz="1400" u="none" strike="noStrike" cap="none"/>
                    </a:p>
                  </a:txBody>
                  <a:tcPr marL="38100" marR="38100" marT="19050" marB="19050" anchor="ctr">
                    <a:lnR w="9525" cmpd="sng">
                      <a:solidFill>
                        <a:srgbClr val="E2E8F0"/>
                      </a:solidFill>
                      <a:prstDash val="solid"/>
                    </a:lnR>
                    <a:solidFill>
                      <a:srgbClr val="FFFFFF"/>
                    </a:solidFill>
                  </a:tcPr>
                </a:tc>
              </a:tr>
              <a:tr h="390525">
                <a:tc>
                  <a:txBody>
                    <a:bodyPr/>
                    <a:lstStyle/>
                    <a:p>
                      <a:pPr marL="0" marR="0" lvl="0" indent="0" algn="l">
                        <a:lnSpc>
                          <a:spcPct val="100000"/>
                        </a:lnSpc>
                        <a:spcBef>
                          <a:spcPts val="0"/>
                        </a:spcBef>
                        <a:spcAft>
                          <a:spcPts val="0"/>
                        </a:spcAft>
                        <a:buClr>
                          <a:srgbClr val="000000"/>
                        </a:buClr>
                        <a:buSzPts val="1050"/>
                        <a:buFont typeface="Arial"/>
                        <a:buNone/>
                      </a:pPr>
                      <a:r>
                        <a:rPr sz="1050" b="0" u="none" strike="noStrike" cap="none">
                          <a:solidFill>
                            <a:srgbClr val="334155"/>
                          </a:solidFill>
                          <a:latin typeface="Inter"/>
                          <a:ea typeface="Inter"/>
                          <a:cs typeface="Inter"/>
                        </a:rPr>
                        <a:t>Sensors / links</a:t>
                      </a:r>
                      <a:endParaRPr sz="1400" u="none" strike="noStrike" cap="none"/>
                    </a:p>
                  </a:txBody>
                  <a:tcPr marL="38100" marR="38100" marT="19050" marB="19050" anchor="ctr">
                    <a:lnL w="9525" cmpd="sng">
                      <a:solidFill>
                        <a:srgbClr val="E2E8F0"/>
                      </a:solidFill>
                      <a:prstDash val="solid"/>
                    </a:lnL>
                    <a:solidFill>
                      <a:srgbClr val="F7F9FB"/>
                    </a:solidFill>
                  </a:tcPr>
                </a:tc>
                <a:tc>
                  <a:txBody>
                    <a:bodyPr/>
                    <a:lstStyle/>
                    <a:p>
                      <a:pPr marL="0" marR="0" lvl="0" indent="0" algn="l">
                        <a:lnSpc>
                          <a:spcPct val="100000"/>
                        </a:lnSpc>
                        <a:spcBef>
                          <a:spcPts val="0"/>
                        </a:spcBef>
                        <a:spcAft>
                          <a:spcPts val="0"/>
                        </a:spcAft>
                        <a:buClr>
                          <a:srgbClr val="000000"/>
                        </a:buClr>
                        <a:buSzPts val="1050"/>
                        <a:buFont typeface="Arial"/>
                        <a:buNone/>
                      </a:pPr>
                      <a:r>
                        <a:rPr sz="1050" b="0" u="none" strike="noStrike" cap="none">
                          <a:solidFill>
                            <a:srgbClr val="334155"/>
                          </a:solidFill>
                          <a:latin typeface="Inter"/>
                          <a:ea typeface="Inter"/>
                          <a:cs typeface="Inter"/>
                        </a:rPr>
                        <a:t>3 ADXL345, MPU6050; SPI, I²C and UART</a:t>
                      </a:r>
                      <a:endParaRPr sz="1400" u="none" strike="noStrike" cap="none"/>
                    </a:p>
                  </a:txBody>
                  <a:tcPr marL="38100" marR="38100" marT="19050" marB="19050" anchor="ctr">
                    <a:lnR w="9525" cmpd="sng">
                      <a:solidFill>
                        <a:srgbClr val="E2E8F0"/>
                      </a:solidFill>
                      <a:prstDash val="solid"/>
                    </a:lnR>
                    <a:solidFill>
                      <a:srgbClr val="F7F9FB"/>
                    </a:solidFill>
                  </a:tcPr>
                </a:tc>
              </a:tr>
              <a:tr h="390525">
                <a:tc>
                  <a:txBody>
                    <a:bodyPr/>
                    <a:lstStyle/>
                    <a:p>
                      <a:pPr marL="0" marR="0" lvl="0" indent="0" algn="l">
                        <a:lnSpc>
                          <a:spcPct val="100000"/>
                        </a:lnSpc>
                        <a:spcBef>
                          <a:spcPts val="0"/>
                        </a:spcBef>
                        <a:spcAft>
                          <a:spcPts val="0"/>
                        </a:spcAft>
                        <a:buClr>
                          <a:srgbClr val="000000"/>
                        </a:buClr>
                        <a:buSzPts val="1050"/>
                        <a:buFont typeface="Arial"/>
                        <a:buNone/>
                      </a:pPr>
                      <a:r>
                        <a:rPr sz="1050" b="0" u="none" strike="noStrike" cap="none">
                          <a:solidFill>
                            <a:srgbClr val="334155"/>
                          </a:solidFill>
                          <a:latin typeface="Inter"/>
                          <a:ea typeface="Inter"/>
                          <a:cs typeface="Inter"/>
                        </a:rPr>
                        <a:t>Travel speed</a:t>
                      </a:r>
                      <a:endParaRPr sz="1400" u="none" strike="noStrike" cap="none"/>
                    </a:p>
                  </a:txBody>
                  <a:tcPr marL="38100" marR="38100" marT="19050" marB="19050" anchor="ctr">
                    <a:lnL w="9525" cmpd="sng">
                      <a:solidFill>
                        <a:srgbClr val="E2E8F0"/>
                      </a:solidFill>
                      <a:prstDash val="solid"/>
                    </a:lnL>
                    <a:solidFill>
                      <a:srgbClr val="FFFFFF"/>
                    </a:solidFill>
                  </a:tcPr>
                </a:tc>
                <a:tc>
                  <a:txBody>
                    <a:bodyPr/>
                    <a:lstStyle/>
                    <a:p>
                      <a:pPr marL="0" marR="0" lvl="0" indent="0" algn="l">
                        <a:lnSpc>
                          <a:spcPct val="100000"/>
                        </a:lnSpc>
                        <a:spcBef>
                          <a:spcPts val="0"/>
                        </a:spcBef>
                        <a:spcAft>
                          <a:spcPts val="0"/>
                        </a:spcAft>
                        <a:buClr>
                          <a:srgbClr val="000000"/>
                        </a:buClr>
                        <a:buSzPts val="1050"/>
                        <a:buFont typeface="Arial"/>
                        <a:buNone/>
                      </a:pPr>
                      <a:r>
                        <a:rPr sz="1050" b="0" u="none" strike="noStrike" cap="none">
                          <a:solidFill>
                            <a:srgbClr val="334155"/>
                          </a:solidFill>
                          <a:latin typeface="Inter"/>
                          <a:ea typeface="Inter"/>
                          <a:cs typeface="Inter"/>
                        </a:rPr>
                        <a:t>1.304 m/s at nominal 300 rpm, before load losses</a:t>
                      </a:r>
                      <a:endParaRPr sz="1400" u="none" strike="noStrike" cap="none"/>
                    </a:p>
                  </a:txBody>
                  <a:tcPr marL="38100" marR="38100" marT="19050" marB="19050" anchor="ctr">
                    <a:lnR w="9525" cmpd="sng">
                      <a:solidFill>
                        <a:srgbClr val="E2E8F0"/>
                      </a:solidFill>
                      <a:prstDash val="solid"/>
                    </a:lnR>
                    <a:solidFill>
                      <a:srgbClr val="FFFFFF"/>
                    </a:solidFill>
                  </a:tcPr>
                </a:tc>
              </a:tr>
              <a:tr h="390525">
                <a:tc>
                  <a:txBody>
                    <a:bodyPr/>
                    <a:lstStyle/>
                    <a:p>
                      <a:pPr marL="0" marR="0" lvl="0" indent="0" algn="l">
                        <a:lnSpc>
                          <a:spcPct val="100000"/>
                        </a:lnSpc>
                        <a:spcBef>
                          <a:spcPts val="0"/>
                        </a:spcBef>
                        <a:spcAft>
                          <a:spcPts val="0"/>
                        </a:spcAft>
                        <a:buClr>
                          <a:srgbClr val="000000"/>
                        </a:buClr>
                        <a:buSzPts val="1050"/>
                        <a:buFont typeface="Arial"/>
                        <a:buNone/>
                      </a:pPr>
                      <a:r>
                        <a:rPr sz="1050" b="0" u="none" strike="noStrike" cap="none">
                          <a:solidFill>
                            <a:srgbClr val="334155"/>
                          </a:solidFill>
                          <a:latin typeface="Inter"/>
                          <a:ea typeface="Inter"/>
                          <a:cs typeface="Inter"/>
                        </a:rPr>
                        <a:t>Battery / energy</a:t>
                      </a:r>
                      <a:endParaRPr sz="1400" u="none" strike="noStrike" cap="none"/>
                    </a:p>
                  </a:txBody>
                  <a:tcPr marL="38100" marR="38100" marT="19050" marB="19050" anchor="ctr">
                    <a:lnL w="9525" cmpd="sng">
                      <a:solidFill>
                        <a:srgbClr val="E2E8F0"/>
                      </a:solidFill>
                      <a:prstDash val="solid"/>
                    </a:lnL>
                    <a:lnB w="9525" cmpd="sng">
                      <a:solidFill>
                        <a:srgbClr val="E2E8F0"/>
                      </a:solidFill>
                      <a:prstDash val="solid"/>
                    </a:lnB>
                    <a:solidFill>
                      <a:srgbClr val="F7F9FB"/>
                    </a:solidFill>
                  </a:tcPr>
                </a:tc>
                <a:tc>
                  <a:txBody>
                    <a:bodyPr/>
                    <a:lstStyle/>
                    <a:p>
                      <a:pPr marL="0" marR="0" lvl="0" indent="0" algn="l">
                        <a:lnSpc>
                          <a:spcPct val="100000"/>
                        </a:lnSpc>
                        <a:spcBef>
                          <a:spcPts val="0"/>
                        </a:spcBef>
                        <a:spcAft>
                          <a:spcPts val="0"/>
                        </a:spcAft>
                        <a:buClr>
                          <a:srgbClr val="000000"/>
                        </a:buClr>
                        <a:buSzPts val="1050"/>
                        <a:buFont typeface="Arial"/>
                        <a:buNone/>
                      </a:pPr>
                      <a:r>
                        <a:rPr sz="1050" b="0" u="none" strike="noStrike" cap="none">
                          <a:solidFill>
                            <a:srgbClr val="334155"/>
                          </a:solidFill>
                          <a:latin typeface="Inter"/>
                          <a:ea typeface="Inter"/>
                          <a:cs typeface="Inter"/>
                        </a:rPr>
                        <a:t>2 × 11.1 V, 2.5 Ah LiPo; 27.75 Wh per pack</a:t>
                      </a:r>
                      <a:endParaRPr sz="1400" u="none" strike="noStrike" cap="none"/>
                    </a:p>
                  </a:txBody>
                  <a:tcPr marL="38100" marR="38100" marT="19050" marB="19050" anchor="ctr">
                    <a:lnR w="9525" cmpd="sng">
                      <a:solidFill>
                        <a:srgbClr val="E2E8F0"/>
                      </a:solidFill>
                      <a:prstDash val="solid"/>
                    </a:lnR>
                    <a:lnB w="9525" cmpd="sng">
                      <a:solidFill>
                        <a:srgbClr val="E2E8F0"/>
                      </a:solidFill>
                      <a:prstDash val="solid"/>
                    </a:lnB>
                    <a:solidFill>
                      <a:srgbClr val="F7F9FB"/>
                    </a:solidFill>
                  </a:tcPr>
                </a:tc>
              </a:tr>
            </a:tbl>
          </a:graphicData>
        </a:graphic>
      </p:graphicFrame>
      <p:sp>
        <p:nvSpPr>
          <p:cNvPr id="174" name="Google Shape;174;p17">
            <a:extLst xmlns:a="http://schemas.openxmlformats.org/drawingml/2006/main">
              <a:ext uri="{FF2B5EF4-FFF2-40B4-BE49-F238E27FC236}">
                <a16:creationId xmlns:a16="http://schemas.microsoft.com/office/drawing/2014/main" id="{820B1016-3079-4EEE-B8DD-71E8A5D17BED}"/>
              </a:ext>
            </a:extLst>
          </p:cNvPr>
          <p:cNvSpPr>
            <a:spLocks xmlns:a="http://schemas.openxmlformats.org/drawingml/2006/main" noGrp="1"/>
          </p:cNvSpPr>
          <p:nvPr/>
        </p:nvSpPr>
        <p:spPr>
          <a:xfrm xmlns:a="http://schemas.openxmlformats.org/drawingml/2006/main">
            <a:off x="571500" y="5257800"/>
            <a:ext cx="52387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Preload: 6 mm travel on the M6 × 0.5 screw requires 12 turns.</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201171863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0" name="Google Shape;180;p18">
            <a:extLst xmlns:a="http://schemas.openxmlformats.org/drawingml/2006/main">
              <a:ext uri="{FF2B5EF4-FFF2-40B4-BE49-F238E27FC236}">
                <a16:creationId xmlns:a16="http://schemas.microsoft.com/office/drawing/2014/main" id="{9DF7917C-7313-41DF-98AD-0203A0693FA5}"/>
              </a:ext>
            </a:extLst>
          </p:cNvPr>
          <p:cNvSpPr>
            <a:spLocks xmlns:a="http://schemas.openxmlformats.org/drawingml/2006/main" noGrp="1"/>
          </p:cNvSpPr>
          <p:nvPr/>
        </p:nvSpPr>
        <p:spPr>
          <a:xfrm xmlns:a="http://schemas.openxmlformats.org/drawingml/2006/main">
            <a:off x="571500" y="476250"/>
            <a:ext cx="11601600" cy="388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1E3A8A"/>
                </a:solidFill>
                <a:latin typeface="Poppins"/>
                <a:ea typeface="Poppins"/>
                <a:cs typeface="Poppins"/>
              </a:rPr>
              <a:t>CAD Design &amp; Mechanical Specs</a:t>
            </a:r>
            <a:endParaRPr sz="1400" b="0" i="0" u="none" strike="noStrike" cap="none">
              <a:solidFill>
                <a:srgbClr val="000000"/>
              </a:solidFill>
              <a:latin typeface="Arial"/>
              <a:ea typeface="Arial"/>
              <a:cs typeface="Arial"/>
            </a:endParaRPr>
          </a:p>
        </p:txBody>
      </p:sp>
      <p:pic>
        <p:nvPicPr>
          <p:cNvPr id="181" name="Google Shape;181;p18">
            <a:extLst xmlns:a="http://schemas.openxmlformats.org/drawingml/2006/main">
              <a:ext uri="{FF2B5EF4-FFF2-40B4-BE49-F238E27FC236}">
                <a16:creationId xmlns:a16="http://schemas.microsoft.com/office/drawing/2014/main" id="{05DCBFF9-E853-4671-B0F5-D6790F326B8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4581c52eb1d44d7">
            <a:alphaModFix/>
          </a:blip>
          <a:srcRect xmlns:a="http://schemas.openxmlformats.org/drawingml/2006/main" l="0" t="0" r="0" b="0"/>
          <a:stretch xmlns:a="http://schemas.openxmlformats.org/drawingml/2006/main"/>
        </p:blipFill>
        <p:spPr>
          <a:xfrm xmlns:a="http://schemas.openxmlformats.org/drawingml/2006/main">
            <a:off x="11095194" y="6280800"/>
            <a:ext cx="1096806" cy="577200"/>
          </a:xfrm>
          <a:prstGeom xmlns:a="http://schemas.openxmlformats.org/drawingml/2006/main" prst="rect">
            <a:avLst/>
          </a:prstGeom>
          <a:ln xmlns:a="http://schemas.openxmlformats.org/drawingml/2006/main">
            <a:noFill/>
          </a:ln>
        </p:spPr>
      </p:pic>
      <p:pic>
        <p:nvPicPr>
          <p:cNvPr id="182" name="Google Shape;182;p18">
            <a:extLst xmlns:a="http://schemas.openxmlformats.org/drawingml/2006/main">
              <a:ext uri="{FF2B5EF4-FFF2-40B4-BE49-F238E27FC236}">
                <a16:creationId xmlns:a16="http://schemas.microsoft.com/office/drawing/2014/main" id="{D76045EF-18CF-418B-9624-1BF25A31FDF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7f52abdd5b14109">
            <a:alphaModFix/>
          </a:blip>
          <a:srcRect xmlns:a="http://schemas.openxmlformats.org/drawingml/2006/main" l="14673" t="33074" r="15820" b="44466"/>
          <a:stretch xmlns:a="http://schemas.openxmlformats.org/drawingml/2006/main"/>
        </p:blipFill>
        <p:spPr>
          <a:xfrm xmlns:a="http://schemas.openxmlformats.org/drawingml/2006/main">
            <a:off x="0" y="6280800"/>
            <a:ext cx="1786280" cy="577200"/>
          </a:xfrm>
          <a:prstGeom xmlns:a="http://schemas.openxmlformats.org/drawingml/2006/main" prst="rect">
            <a:avLst/>
          </a:prstGeom>
          <a:ln xmlns:a="http://schemas.openxmlformats.org/drawingml/2006/main">
            <a:noFill/>
          </a:ln>
        </p:spPr>
      </p:pic>
      <p:sp>
        <p:nvSpPr>
          <p:cNvPr id="183" name="Google Shape;183;p18">
            <a:extLst xmlns:a="http://schemas.openxmlformats.org/drawingml/2006/main">
              <a:ext uri="{FF2B5EF4-FFF2-40B4-BE49-F238E27FC236}">
                <a16:creationId xmlns:a16="http://schemas.microsoft.com/office/drawing/2014/main" id="{40D48E41-A111-44A1-95B4-FD12A48F1E77}"/>
              </a:ext>
            </a:extLst>
          </p:cNvPr>
          <p:cNvSpPr>
            <a:spLocks xmlns:a="http://schemas.openxmlformats.org/drawingml/2006/main" noGrp="1"/>
          </p:cNvSpPr>
          <p:nvPr/>
        </p:nvSpPr>
        <p:spPr>
          <a:xfrm xmlns:a="http://schemas.openxmlformats.org/drawingml/2006/main">
            <a:off x="571500" y="5095875"/>
            <a:ext cx="338137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1" i="0" u="none" strike="noStrike" cap="none">
                <a:solidFill>
                  <a:srgbClr val="334155"/>
                </a:solidFill>
                <a:latin typeface="Inter"/>
                <a:ea typeface="Inter"/>
                <a:cs typeface="Inter"/>
              </a:rPr>
              <a:t>Load path</a:t>
            </a:r>
            <a:endParaRPr sz="1400" b="0" i="0" u="none" strike="noStrike" cap="none">
              <a:solidFill>
                <a:srgbClr val="000000"/>
              </a:solidFill>
              <a:latin typeface="Arial"/>
              <a:ea typeface="Arial"/>
              <a:cs typeface="Arial"/>
            </a:endParaRPr>
          </a:p>
        </p:txBody>
      </p:sp>
      <p:sp>
        <p:nvSpPr>
          <p:cNvPr id="184" name="Google Shape;184;p18">
            <a:extLst xmlns:a="http://schemas.openxmlformats.org/drawingml/2006/main">
              <a:ext uri="{FF2B5EF4-FFF2-40B4-BE49-F238E27FC236}">
                <a16:creationId xmlns:a16="http://schemas.microsoft.com/office/drawing/2014/main" id="{DCCDEAB9-3038-45FA-9274-E0CD98C2710A}"/>
              </a:ext>
            </a:extLst>
          </p:cNvPr>
          <p:cNvSpPr>
            <a:spLocks xmlns:a="http://schemas.openxmlformats.org/drawingml/2006/main" noGrp="1"/>
          </p:cNvSpPr>
          <p:nvPr/>
        </p:nvSpPr>
        <p:spPr>
          <a:xfrm xmlns:a="http://schemas.openxmlformats.org/drawingml/2006/main">
            <a:off x="571500" y="5410200"/>
            <a:ext cx="3381375"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050" b="0" i="0" u="none" strike="noStrike" cap="none">
                <a:solidFill>
                  <a:srgbClr val="334155"/>
                </a:solidFill>
                <a:latin typeface="Inter"/>
                <a:ea typeface="Inter"/>
                <a:cs typeface="Inter"/>
              </a:rPr>
              <a:t>Rigid struts carry compression. Cable and elastic paths carry tension through supported anchors and guides.</a:t>
            </a:r>
            <a:endParaRPr sz="1050" b="0" i="0" u="none" strike="noStrike" cap="none">
              <a:solidFill>
                <a:srgbClr val="334155"/>
              </a:solidFill>
              <a:latin typeface="Inter"/>
              <a:ea typeface="Inter"/>
              <a:cs typeface="Inter"/>
            </a:endParaRPr>
          </a:p>
        </p:txBody>
      </p:sp>
      <p:sp>
        <p:nvSpPr>
          <p:cNvPr id="185" name="Google Shape;185;p18">
            <a:extLst xmlns:a="http://schemas.openxmlformats.org/drawingml/2006/main">
              <a:ext uri="{FF2B5EF4-FFF2-40B4-BE49-F238E27FC236}">
                <a16:creationId xmlns:a16="http://schemas.microsoft.com/office/drawing/2014/main" id="{77279D21-3165-408B-8009-64F6CCE53135}"/>
              </a:ext>
            </a:extLst>
          </p:cNvPr>
          <p:cNvSpPr>
            <a:spLocks xmlns:a="http://schemas.openxmlformats.org/drawingml/2006/main" noGrp="1"/>
          </p:cNvSpPr>
          <p:nvPr/>
        </p:nvSpPr>
        <p:spPr>
          <a:xfrm xmlns:a="http://schemas.openxmlformats.org/drawingml/2006/main">
            <a:off x="4429125" y="5095875"/>
            <a:ext cx="338137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1" i="0" u="none" strike="noStrike" cap="none">
                <a:solidFill>
                  <a:srgbClr val="334155"/>
                </a:solidFill>
                <a:latin typeface="Inter"/>
                <a:ea typeface="Inter"/>
                <a:cs typeface="Inter"/>
              </a:rPr>
              <a:t>Suspension motion</a:t>
            </a:r>
            <a:endParaRPr sz="1400" b="0" i="0" u="none" strike="noStrike" cap="none">
              <a:solidFill>
                <a:srgbClr val="000000"/>
              </a:solidFill>
              <a:latin typeface="Arial"/>
              <a:ea typeface="Arial"/>
              <a:cs typeface="Arial"/>
            </a:endParaRPr>
          </a:p>
        </p:txBody>
      </p:sp>
      <p:sp>
        <p:nvSpPr>
          <p:cNvPr id="186" name="Google Shape;186;p18">
            <a:extLst xmlns:a="http://schemas.openxmlformats.org/drawingml/2006/main">
              <a:ext uri="{FF2B5EF4-FFF2-40B4-BE49-F238E27FC236}">
                <a16:creationId xmlns:a16="http://schemas.microsoft.com/office/drawing/2014/main" id="{7B210943-3CE8-42C4-9923-0FBEA005E07E}"/>
              </a:ext>
            </a:extLst>
          </p:cNvPr>
          <p:cNvSpPr>
            <a:spLocks xmlns:a="http://schemas.openxmlformats.org/drawingml/2006/main" noGrp="1"/>
          </p:cNvSpPr>
          <p:nvPr/>
        </p:nvSpPr>
        <p:spPr>
          <a:xfrm xmlns:a="http://schemas.openxmlformats.org/drawingml/2006/main">
            <a:off x="4429125" y="5410200"/>
            <a:ext cx="3381375"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050" b="0" i="0" u="none" strike="noStrike" cap="none">
                <a:solidFill>
                  <a:srgbClr val="334155"/>
                </a:solidFill>
                <a:latin typeface="Inter"/>
                <a:ea typeface="Inter"/>
                <a:cs typeface="Inter"/>
              </a:rPr>
              <a:t>A bump rotates the carrier about the suspension pivot. Struts reorient and elastic paths extend; wheel spin drives travel.</a:t>
            </a:r>
            <a:endParaRPr sz="1050" b="0" i="0" u="none" strike="noStrike" cap="none">
              <a:solidFill>
                <a:srgbClr val="334155"/>
              </a:solidFill>
              <a:latin typeface="Inter"/>
              <a:ea typeface="Inter"/>
              <a:cs typeface="Inter"/>
            </a:endParaRPr>
          </a:p>
        </p:txBody>
      </p:sp>
      <p:sp>
        <p:nvSpPr>
          <p:cNvPr id="187" name="Google Shape;187;p18">
            <a:extLst xmlns:a="http://schemas.openxmlformats.org/drawingml/2006/main">
              <a:ext uri="{FF2B5EF4-FFF2-40B4-BE49-F238E27FC236}">
                <a16:creationId xmlns:a16="http://schemas.microsoft.com/office/drawing/2014/main" id="{2E60F8DE-32DF-4377-82F4-8EE5E90E847C}"/>
              </a:ext>
            </a:extLst>
          </p:cNvPr>
          <p:cNvSpPr>
            <a:spLocks xmlns:a="http://schemas.openxmlformats.org/drawingml/2006/main" noGrp="1"/>
          </p:cNvSpPr>
          <p:nvPr/>
        </p:nvSpPr>
        <p:spPr>
          <a:xfrm xmlns:a="http://schemas.openxmlformats.org/drawingml/2006/main">
            <a:off x="8286750" y="5095875"/>
            <a:ext cx="328612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1" i="0" u="none" strike="noStrike" cap="none">
                <a:solidFill>
                  <a:srgbClr val="334155"/>
                </a:solidFill>
                <a:latin typeface="Inter"/>
                <a:ea typeface="Inter"/>
                <a:cs typeface="Inter"/>
              </a:rPr>
              <a:t>Variable stiffness</a:t>
            </a:r>
            <a:endParaRPr sz="1400" b="0" i="0" u="none" strike="noStrike" cap="none">
              <a:solidFill>
                <a:srgbClr val="000000"/>
              </a:solidFill>
              <a:latin typeface="Arial"/>
              <a:ea typeface="Arial"/>
              <a:cs typeface="Arial"/>
            </a:endParaRPr>
          </a:p>
        </p:txBody>
      </p:sp>
      <p:sp>
        <p:nvSpPr>
          <p:cNvPr id="188" name="Google Shape;188;p18">
            <a:extLst xmlns:a="http://schemas.openxmlformats.org/drawingml/2006/main">
              <a:ext uri="{FF2B5EF4-FFF2-40B4-BE49-F238E27FC236}">
                <a16:creationId xmlns:a16="http://schemas.microsoft.com/office/drawing/2014/main" id="{795A4EA7-86C7-4CC2-A4F0-8AAB07E4C923}"/>
              </a:ext>
            </a:extLst>
          </p:cNvPr>
          <p:cNvSpPr>
            <a:spLocks xmlns:a="http://schemas.openxmlformats.org/drawingml/2006/main" noGrp="1"/>
          </p:cNvSpPr>
          <p:nvPr/>
        </p:nvSpPr>
        <p:spPr>
          <a:xfrm xmlns:a="http://schemas.openxmlformats.org/drawingml/2006/main">
            <a:off x="8286750" y="5410200"/>
            <a:ext cx="3286125"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050" b="0" i="0" u="none" strike="noStrike" cap="none">
                <a:solidFill>
                  <a:srgbClr val="334155"/>
                </a:solidFill>
                <a:latin typeface="Inter"/>
                <a:ea typeface="Inter"/>
                <a:cs typeface="Inter"/>
              </a:rPr>
              <a:t>Six servos are planned for preload adjustment. The screw-travel target remains 6 mm. Verify the output rotation, linkage and positive holding lock.</a:t>
            </a:r>
            <a:endParaRPr sz="1050" b="0" i="0" u="none" strike="noStrike" cap="none">
              <a:solidFill>
                <a:srgbClr val="334155"/>
              </a:solidFill>
              <a:latin typeface="Inter"/>
              <a:ea typeface="Inter"/>
              <a:cs typeface="Inter"/>
            </a:endParaRPr>
          </a:p>
        </p:txBody>
      </p:sp>
      <p:sp>
        <p:nvSpPr>
          <p:cNvPr id="189" name="Google Shape;189;p18">
            <a:extLst xmlns:a="http://schemas.openxmlformats.org/drawingml/2006/main">
              <a:ext uri="{FF2B5EF4-FFF2-40B4-BE49-F238E27FC236}">
                <a16:creationId xmlns:a16="http://schemas.microsoft.com/office/drawing/2014/main" id="{165211BD-89C1-445D-BD70-8178D0F00921}"/>
              </a:ext>
            </a:extLst>
          </p:cNvPr>
          <p:cNvSpPr>
            <a:spLocks xmlns:a="http://schemas.openxmlformats.org/drawingml/2006/main" noGrp="1"/>
          </p:cNvSpPr>
          <p:nvPr/>
        </p:nvSpPr>
        <p:spPr>
          <a:xfrm xmlns:a="http://schemas.openxmlformats.org/drawingml/2006/main">
            <a:off x="571500" y="1219200"/>
            <a:ext cx="2857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500"/>
              <a:buFont typeface="Arial"/>
              <a:buNone/>
            </a:pPr>
            <a:r>
              <a:rPr sz="1500" b="1" i="0" u="none" strike="noStrike" cap="none">
                <a:solidFill>
                  <a:srgbClr val="0284C7"/>
                </a:solidFill>
                <a:latin typeface="Inter"/>
                <a:ea typeface="Inter"/>
                <a:cs typeface="Inter"/>
              </a:rPr>
              <a:t>Assembled joint</a:t>
            </a:r>
            <a:endParaRPr/>
          </a:p>
        </p:txBody>
      </p:sp>
      <p:sp>
        <p:nvSpPr>
          <p:cNvPr id="190" name="Google Shape;190;p18">
            <a:extLst xmlns:a="http://schemas.openxmlformats.org/drawingml/2006/main">
              <a:ext uri="{FF2B5EF4-FFF2-40B4-BE49-F238E27FC236}">
                <a16:creationId xmlns:a16="http://schemas.microsoft.com/office/drawing/2014/main" id="{901A1A8F-65AC-4F33-BF70-A686588F8E5A}"/>
              </a:ext>
            </a:extLst>
          </p:cNvPr>
          <p:cNvSpPr>
            <a:spLocks xmlns:a="http://schemas.openxmlformats.org/drawingml/2006/main" noGrp="1"/>
          </p:cNvSpPr>
          <p:nvPr/>
        </p:nvSpPr>
        <p:spPr>
          <a:xfrm xmlns:a="http://schemas.openxmlformats.org/drawingml/2006/main">
            <a:off x="3714750" y="1219200"/>
            <a:ext cx="7905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500"/>
              <a:buFont typeface="Arial"/>
              <a:buNone/>
            </a:pPr>
            <a:r>
              <a:rPr sz="1500" b="1" i="0" u="none" strike="noStrike" cap="none">
                <a:solidFill>
                  <a:srgbClr val="0284C7"/>
                </a:solidFill>
                <a:latin typeface="Inter"/>
                <a:ea typeface="Inter"/>
                <a:cs typeface="Inter"/>
              </a:rPr>
              <a:t>Exploded mechanical components</a:t>
            </a:r>
            <a:endParaRPr/>
          </a:p>
        </p:txBody>
      </p:sp>
      <p:pic>
        <p:nvPicPr>
          <p:cNvPr id="191" name="Google Shape;191;p18">
            <a:extLst xmlns:a="http://schemas.openxmlformats.org/drawingml/2006/main">
              <a:ext uri="{FF2B5EF4-FFF2-40B4-BE49-F238E27FC236}">
                <a16:creationId xmlns:a16="http://schemas.microsoft.com/office/drawing/2014/main" id="{39D4482C-1E69-423B-A148-1D97F1EFC5B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996dbc6b3404b0b">
            <a:alphaModFix/>
          </a:blip>
          <a:srcRect xmlns:a="http://schemas.openxmlformats.org/drawingml/2006/main" l="17995" t="6296" r="14714" b="2963"/>
          <a:stretch xmlns:a="http://schemas.openxmlformats.org/drawingml/2006/main"/>
        </p:blipFill>
        <p:spPr>
          <a:xfrm xmlns:a="http://schemas.openxmlformats.org/drawingml/2006/main">
            <a:off x="571500" y="1600200"/>
            <a:ext cx="2857500" cy="2857500"/>
          </a:xfrm>
          <a:prstGeom xmlns:a="http://schemas.openxmlformats.org/drawingml/2006/main" prst="rect">
            <a:avLst/>
          </a:prstGeom>
          <a:ln xmlns:a="http://schemas.openxmlformats.org/drawingml/2006/main">
            <a:noFill/>
          </a:ln>
        </p:spPr>
      </p:pic>
      <p:pic>
        <p:nvPicPr>
          <p:cNvPr id="192" name="Google Shape;192;p18">
            <a:extLst xmlns:a="http://schemas.openxmlformats.org/drawingml/2006/main">
              <a:ext uri="{FF2B5EF4-FFF2-40B4-BE49-F238E27FC236}">
                <a16:creationId xmlns:a16="http://schemas.microsoft.com/office/drawing/2014/main" id="{4F72E8F9-3142-4963-97AC-4108331954B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8710440dca44eed">
            <a:alphaModFix/>
          </a:blip>
          <a:srcRect xmlns:a="http://schemas.openxmlformats.org/drawingml/2006/main" l="0" t="0" r="0" b="0"/>
          <a:stretch xmlns:a="http://schemas.openxmlformats.org/drawingml/2006/main"/>
        </p:blipFill>
        <p:spPr>
          <a:xfrm xmlns:a="http://schemas.openxmlformats.org/drawingml/2006/main">
            <a:off x="3714750" y="1581150"/>
            <a:ext cx="7905750" cy="3429000"/>
          </a:xfrm>
          <a:prstGeom xmlns:a="http://schemas.openxmlformats.org/drawingml/2006/main" prst="rect">
            <a:avLst/>
          </a:prstGeom>
          <a:ln xmlns:a="http://schemas.openxmlformats.org/drawingml/2006/main">
            <a:noFill/>
          </a:ln>
        </p:spPr>
      </p:pic>
      <p:sp>
        <p:nvSpPr>
          <p:cNvPr id="199" name="Google Shape;199;p18">
            <a:extLst xmlns:a="http://schemas.openxmlformats.org/drawingml/2006/main">
              <a:ext uri="{FF2B5EF4-FFF2-40B4-BE49-F238E27FC236}">
                <a16:creationId xmlns:a16="http://schemas.microsoft.com/office/drawing/2014/main" id="{5CE5E654-F80D-484A-9BDE-9190ABADAB1B}"/>
              </a:ext>
            </a:extLst>
          </p:cNvPr>
          <p:cNvSpPr>
            <a:spLocks xmlns:a="http://schemas.openxmlformats.org/drawingml/2006/main" noGrp="1"/>
          </p:cNvSpPr>
          <p:nvPr/>
        </p:nvSpPr>
        <p:spPr>
          <a:xfrm xmlns:a="http://schemas.openxmlformats.org/drawingml/2006/main">
            <a:off x="1942075" y="6419850"/>
            <a:ext cx="2076900" cy="33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lvl="0" indent="0" algn="l">
              <a:spcBef>
                <a:spcPts val="0"/>
              </a:spcBef>
              <a:spcAft>
                <a:spcPts val="0"/>
              </a:spcAft>
              <a:buNone/>
            </a:pPr>
            <a:r>
              <a:rPr sz="975">
                <a:solidFill>
                  <a:srgbClr val="64748B"/>
                </a:solidFill>
                <a:latin typeface="Inter"/>
                <a:ea typeface="Inter"/>
                <a:cs typeface="Inter"/>
              </a:rPr>
              <a:t>[AI Edited Images]</a:t>
            </a:r>
            <a:endParaRPr/>
          </a:p>
        </p:txBody>
      </p:sp>
      <p:cxnSp>
        <p:nvCxnSpPr>
          <p:cNvPr id="200" name="">
            <a:extLst xmlns:a="http://schemas.openxmlformats.org/drawingml/2006/main">
              <a:ext uri="{FF2B5EF4-FFF2-40B4-BE49-F238E27FC236}">
                <a16:creationId xmlns:a16="http://schemas.microsoft.com/office/drawing/2014/main" id="{90A1DB0F-333C-460B-850F-98513167E71D}"/>
              </a:ext>
            </a:extLst>
          </p:cNvPr>
          <p:cNvCxnSpPr/>
          <p:nvPr/>
        </p:nvCxnSpPr>
        <p:spPr>
          <a:xfrm xmlns:a="http://schemas.openxmlformats.org/drawingml/2006/main" flipH="0" flipV="0">
            <a:off x="4857750" y="2409825"/>
            <a:ext cx="304718" cy="205229"/>
          </a:xfrm>
          <a:prstGeom xmlns:a="http://schemas.openxmlformats.org/drawingml/2006/main" prst="straightConnector1">
            <a:avLst/>
          </a:prstGeom>
          <a:ln xmlns:a="http://schemas.openxmlformats.org/drawingml/2006/main" w="7620">
            <a:solidFill>
              <a:srgbClr val="64748B"/>
            </a:solidFill>
            <a:tailEnd type="triangle" w="sm" len="sm"/>
          </a:ln>
        </p:spPr>
      </p:cxnSp>
      <p:sp>
        <p:nvSpPr>
          <p:cNvPr id="201" name="">
            <a:extLst xmlns:a="http://schemas.openxmlformats.org/drawingml/2006/main">
              <a:ext uri="{FF2B5EF4-FFF2-40B4-BE49-F238E27FC236}">
                <a16:creationId xmlns:a16="http://schemas.microsoft.com/office/drawing/2014/main" id="{84960A48-E170-4C50-8740-4875184060E0}"/>
              </a:ext>
            </a:extLst>
          </p:cNvPr>
          <p:cNvSpPr>
            <a:spLocks xmlns:a="http://schemas.openxmlformats.org/drawingml/2006/main" noGrp="1"/>
          </p:cNvSpPr>
          <p:nvPr/>
        </p:nvSpPr>
        <p:spPr>
          <a:xfrm xmlns:a="http://schemas.openxmlformats.org/drawingml/2006/main">
            <a:off x="4238625" y="2247900"/>
            <a:ext cx="66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863" b="0">
                <a:solidFill>
                  <a:srgbClr val="334155"/>
                </a:solidFill>
                <a:latin typeface="Inter"/>
                <a:ea typeface="Inter"/>
                <a:cs typeface="Inter"/>
              </a:defRPr>
            </a:defPPr>
            <a:lvl1pPr>
              <a:buNone/>
              <a:defRPr sz="863" b="0">
                <a:solidFill>
                  <a:srgbClr val="334155"/>
                </a:solidFill>
                <a:latin typeface="Inter"/>
                <a:ea typeface="Inter"/>
                <a:cs typeface="Inter"/>
              </a:defRPr>
            </a:lvl1pPr>
            <a:lvl2pPr>
              <a:buNone/>
              <a:defRPr sz="863" b="0">
                <a:solidFill>
                  <a:srgbClr val="334155"/>
                </a:solidFill>
                <a:latin typeface="Inter"/>
                <a:ea typeface="Inter"/>
                <a:cs typeface="Inter"/>
              </a:defRPr>
            </a:lvl2pPr>
            <a:lvl3pPr>
              <a:buNone/>
              <a:defRPr sz="863" b="0">
                <a:solidFill>
                  <a:srgbClr val="334155"/>
                </a:solidFill>
                <a:latin typeface="Inter"/>
                <a:ea typeface="Inter"/>
                <a:cs typeface="Inter"/>
              </a:defRPr>
            </a:lvl3pPr>
            <a:lvl4pPr>
              <a:buNone/>
              <a:defRPr sz="863" b="0">
                <a:solidFill>
                  <a:srgbClr val="334155"/>
                </a:solidFill>
                <a:latin typeface="Inter"/>
                <a:ea typeface="Inter"/>
                <a:cs typeface="Inter"/>
              </a:defRPr>
            </a:lvl4pPr>
            <a:lvl5pPr>
              <a:buNone/>
              <a:defRPr sz="863" b="0">
                <a:solidFill>
                  <a:srgbClr val="334155"/>
                </a:solidFill>
                <a:latin typeface="Inter"/>
                <a:ea typeface="Inter"/>
                <a:cs typeface="Inter"/>
              </a:defRPr>
            </a:lvl5pPr>
            <a:lvl6pPr>
              <a:buNone/>
              <a:defRPr sz="863" b="0">
                <a:solidFill>
                  <a:srgbClr val="334155"/>
                </a:solidFill>
                <a:latin typeface="Inter"/>
                <a:ea typeface="Inter"/>
                <a:cs typeface="Inter"/>
              </a:defRPr>
            </a:lvl6pPr>
            <a:lvl7pPr>
              <a:buNone/>
              <a:defRPr sz="863" b="0">
                <a:solidFill>
                  <a:srgbClr val="334155"/>
                </a:solidFill>
                <a:latin typeface="Inter"/>
                <a:ea typeface="Inter"/>
                <a:cs typeface="Inter"/>
              </a:defRPr>
            </a:lvl7pPr>
            <a:lvl8pPr>
              <a:buNone/>
              <a:defRPr sz="863" b="0">
                <a:solidFill>
                  <a:srgbClr val="334155"/>
                </a:solidFill>
                <a:latin typeface="Inter"/>
                <a:ea typeface="Inter"/>
                <a:cs typeface="Inter"/>
              </a:defRPr>
            </a:lvl8pPr>
            <a:lvl9pPr>
              <a:buNone/>
              <a:defRPr sz="863" b="0">
                <a:solidFill>
                  <a:srgbClr val="334155"/>
                </a:solidFill>
                <a:latin typeface="Inter"/>
                <a:ea typeface="Inter"/>
                <a:cs typeface="Inter"/>
              </a:defRPr>
            </a:lvl9pPr>
          </a:lstStyle>
          <a:p xmlns:a="http://schemas.openxmlformats.org/drawingml/2006/main">
            <a:pPr>
              <a:buNone/>
              <a:defRPr sz="863" b="0">
                <a:solidFill>
                  <a:srgbClr val="334155"/>
                </a:solidFill>
                <a:latin typeface="Inter"/>
                <a:ea typeface="Inter"/>
                <a:cs typeface="Inter"/>
              </a:defRPr>
            </a:pPr>
            <a:r>
              <a:rPr sz="863" b="0">
                <a:solidFill>
                  <a:srgbClr val="334155"/>
                </a:solidFill>
                <a:latin typeface="Inter"/>
                <a:ea typeface="Inter"/>
                <a:cs typeface="Inter"/>
              </a:rPr>
              <a:t>Wheel</a:t>
            </a:r>
          </a:p>
        </p:txBody>
      </p:sp>
      <p:cxnSp>
        <p:nvCxnSpPr>
          <p:cNvPr id="202" name="">
            <a:extLst xmlns:a="http://schemas.openxmlformats.org/drawingml/2006/main">
              <a:ext uri="{FF2B5EF4-FFF2-40B4-BE49-F238E27FC236}">
                <a16:creationId xmlns:a16="http://schemas.microsoft.com/office/drawing/2014/main" id="{9F2DCDEF-3073-469B-9179-863EC5524999}"/>
              </a:ext>
            </a:extLst>
          </p:cNvPr>
          <p:cNvCxnSpPr/>
          <p:nvPr/>
        </p:nvCxnSpPr>
        <p:spPr>
          <a:xfrm xmlns:a="http://schemas.openxmlformats.org/drawingml/2006/main" flipH="1" flipV="0">
            <a:off x="5936038" y="1905000"/>
            <a:ext cx="302837" cy="632169"/>
          </a:xfrm>
          <a:prstGeom xmlns:a="http://schemas.openxmlformats.org/drawingml/2006/main" prst="straightConnector1">
            <a:avLst/>
          </a:prstGeom>
          <a:ln xmlns:a="http://schemas.openxmlformats.org/drawingml/2006/main" w="7620">
            <a:solidFill>
              <a:srgbClr val="64748B"/>
            </a:solidFill>
            <a:tailEnd type="triangle" w="sm" len="sm"/>
          </a:ln>
        </p:spPr>
      </p:cxnSp>
      <p:sp>
        <p:nvSpPr>
          <p:cNvPr id="203" name="">
            <a:extLst xmlns:a="http://schemas.openxmlformats.org/drawingml/2006/main">
              <a:ext uri="{FF2B5EF4-FFF2-40B4-BE49-F238E27FC236}">
                <a16:creationId xmlns:a16="http://schemas.microsoft.com/office/drawing/2014/main" id="{D43B4C23-DBD1-411E-B990-217AD7B39D04}"/>
              </a:ext>
            </a:extLst>
          </p:cNvPr>
          <p:cNvSpPr>
            <a:spLocks xmlns:a="http://schemas.openxmlformats.org/drawingml/2006/main" noGrp="1"/>
          </p:cNvSpPr>
          <p:nvPr/>
        </p:nvSpPr>
        <p:spPr>
          <a:xfrm xmlns:a="http://schemas.openxmlformats.org/drawingml/2006/main">
            <a:off x="5743575" y="170497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863" b="0">
                <a:solidFill>
                  <a:srgbClr val="334155"/>
                </a:solidFill>
                <a:latin typeface="Inter"/>
                <a:ea typeface="Inter"/>
                <a:cs typeface="Inter"/>
              </a:defRPr>
            </a:defPPr>
            <a:lvl1pPr>
              <a:buNone/>
              <a:defRPr sz="863" b="0">
                <a:solidFill>
                  <a:srgbClr val="334155"/>
                </a:solidFill>
                <a:latin typeface="Inter"/>
                <a:ea typeface="Inter"/>
                <a:cs typeface="Inter"/>
              </a:defRPr>
            </a:lvl1pPr>
            <a:lvl2pPr>
              <a:buNone/>
              <a:defRPr sz="863" b="0">
                <a:solidFill>
                  <a:srgbClr val="334155"/>
                </a:solidFill>
                <a:latin typeface="Inter"/>
                <a:ea typeface="Inter"/>
                <a:cs typeface="Inter"/>
              </a:defRPr>
            </a:lvl2pPr>
            <a:lvl3pPr>
              <a:buNone/>
              <a:defRPr sz="863" b="0">
                <a:solidFill>
                  <a:srgbClr val="334155"/>
                </a:solidFill>
                <a:latin typeface="Inter"/>
                <a:ea typeface="Inter"/>
                <a:cs typeface="Inter"/>
              </a:defRPr>
            </a:lvl3pPr>
            <a:lvl4pPr>
              <a:buNone/>
              <a:defRPr sz="863" b="0">
                <a:solidFill>
                  <a:srgbClr val="334155"/>
                </a:solidFill>
                <a:latin typeface="Inter"/>
                <a:ea typeface="Inter"/>
                <a:cs typeface="Inter"/>
              </a:defRPr>
            </a:lvl4pPr>
            <a:lvl5pPr>
              <a:buNone/>
              <a:defRPr sz="863" b="0">
                <a:solidFill>
                  <a:srgbClr val="334155"/>
                </a:solidFill>
                <a:latin typeface="Inter"/>
                <a:ea typeface="Inter"/>
                <a:cs typeface="Inter"/>
              </a:defRPr>
            </a:lvl5pPr>
            <a:lvl6pPr>
              <a:buNone/>
              <a:defRPr sz="863" b="0">
                <a:solidFill>
                  <a:srgbClr val="334155"/>
                </a:solidFill>
                <a:latin typeface="Inter"/>
                <a:ea typeface="Inter"/>
                <a:cs typeface="Inter"/>
              </a:defRPr>
            </a:lvl6pPr>
            <a:lvl7pPr>
              <a:buNone/>
              <a:defRPr sz="863" b="0">
                <a:solidFill>
                  <a:srgbClr val="334155"/>
                </a:solidFill>
                <a:latin typeface="Inter"/>
                <a:ea typeface="Inter"/>
                <a:cs typeface="Inter"/>
              </a:defRPr>
            </a:lvl7pPr>
            <a:lvl8pPr>
              <a:buNone/>
              <a:defRPr sz="863" b="0">
                <a:solidFill>
                  <a:srgbClr val="334155"/>
                </a:solidFill>
                <a:latin typeface="Inter"/>
                <a:ea typeface="Inter"/>
                <a:cs typeface="Inter"/>
              </a:defRPr>
            </a:lvl8pPr>
            <a:lvl9pPr>
              <a:buNone/>
              <a:defRPr sz="863" b="0">
                <a:solidFill>
                  <a:srgbClr val="334155"/>
                </a:solidFill>
                <a:latin typeface="Inter"/>
                <a:ea typeface="Inter"/>
                <a:cs typeface="Inter"/>
              </a:defRPr>
            </a:lvl9pPr>
          </a:lstStyle>
          <a:p xmlns:a="http://schemas.openxmlformats.org/drawingml/2006/main">
            <a:pPr>
              <a:buNone/>
              <a:defRPr sz="863" b="0">
                <a:solidFill>
                  <a:srgbClr val="334155"/>
                </a:solidFill>
                <a:latin typeface="Inter"/>
                <a:ea typeface="Inter"/>
                <a:cs typeface="Inter"/>
              </a:defRPr>
            </a:pPr>
            <a:r>
              <a:rPr sz="863" b="0">
                <a:solidFill>
                  <a:srgbClr val="334155"/>
                </a:solidFill>
                <a:latin typeface="Inter"/>
                <a:ea typeface="Inter"/>
                <a:cs typeface="Inter"/>
              </a:rPr>
              <a:t>Wheel carrier</a:t>
            </a:r>
          </a:p>
        </p:txBody>
      </p:sp>
      <p:cxnSp>
        <p:nvCxnSpPr>
          <p:cNvPr id="204" name="">
            <a:extLst xmlns:a="http://schemas.openxmlformats.org/drawingml/2006/main">
              <a:ext uri="{FF2B5EF4-FFF2-40B4-BE49-F238E27FC236}">
                <a16:creationId xmlns:a16="http://schemas.microsoft.com/office/drawing/2014/main" id="{1523D8C6-9DEC-4C09-824B-8B0E35D9CBC5}"/>
              </a:ext>
            </a:extLst>
          </p:cNvPr>
          <p:cNvCxnSpPr/>
          <p:nvPr/>
        </p:nvCxnSpPr>
        <p:spPr>
          <a:xfrm xmlns:a="http://schemas.openxmlformats.org/drawingml/2006/main" flipH="1" flipV="0">
            <a:off x="7419002" y="1905000"/>
            <a:ext cx="124798" cy="632169"/>
          </a:xfrm>
          <a:prstGeom xmlns:a="http://schemas.openxmlformats.org/drawingml/2006/main" prst="straightConnector1">
            <a:avLst/>
          </a:prstGeom>
          <a:ln xmlns:a="http://schemas.openxmlformats.org/drawingml/2006/main" w="7620">
            <a:solidFill>
              <a:srgbClr val="64748B"/>
            </a:solidFill>
            <a:tailEnd type="triangle" w="sm" len="sm"/>
          </a:ln>
        </p:spPr>
      </p:cxnSp>
      <p:sp>
        <p:nvSpPr>
          <p:cNvPr id="205" name="">
            <a:extLst xmlns:a="http://schemas.openxmlformats.org/drawingml/2006/main">
              <a:ext uri="{FF2B5EF4-FFF2-40B4-BE49-F238E27FC236}">
                <a16:creationId xmlns:a16="http://schemas.microsoft.com/office/drawing/2014/main" id="{E4C009A6-E511-4016-8680-F385C3C82B99}"/>
              </a:ext>
            </a:extLst>
          </p:cNvPr>
          <p:cNvSpPr>
            <a:spLocks xmlns:a="http://schemas.openxmlformats.org/drawingml/2006/main" noGrp="1"/>
          </p:cNvSpPr>
          <p:nvPr/>
        </p:nvSpPr>
        <p:spPr>
          <a:xfrm xmlns:a="http://schemas.openxmlformats.org/drawingml/2006/main">
            <a:off x="7048500" y="170497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863" b="0">
                <a:solidFill>
                  <a:srgbClr val="334155"/>
                </a:solidFill>
                <a:latin typeface="Inter"/>
                <a:ea typeface="Inter"/>
                <a:cs typeface="Inter"/>
              </a:defRPr>
            </a:defPPr>
            <a:lvl1pPr>
              <a:buNone/>
              <a:defRPr sz="863" b="0">
                <a:solidFill>
                  <a:srgbClr val="334155"/>
                </a:solidFill>
                <a:latin typeface="Inter"/>
                <a:ea typeface="Inter"/>
                <a:cs typeface="Inter"/>
              </a:defRPr>
            </a:lvl1pPr>
            <a:lvl2pPr>
              <a:buNone/>
              <a:defRPr sz="863" b="0">
                <a:solidFill>
                  <a:srgbClr val="334155"/>
                </a:solidFill>
                <a:latin typeface="Inter"/>
                <a:ea typeface="Inter"/>
                <a:cs typeface="Inter"/>
              </a:defRPr>
            </a:lvl2pPr>
            <a:lvl3pPr>
              <a:buNone/>
              <a:defRPr sz="863" b="0">
                <a:solidFill>
                  <a:srgbClr val="334155"/>
                </a:solidFill>
                <a:latin typeface="Inter"/>
                <a:ea typeface="Inter"/>
                <a:cs typeface="Inter"/>
              </a:defRPr>
            </a:lvl3pPr>
            <a:lvl4pPr>
              <a:buNone/>
              <a:defRPr sz="863" b="0">
                <a:solidFill>
                  <a:srgbClr val="334155"/>
                </a:solidFill>
                <a:latin typeface="Inter"/>
                <a:ea typeface="Inter"/>
                <a:cs typeface="Inter"/>
              </a:defRPr>
            </a:lvl4pPr>
            <a:lvl5pPr>
              <a:buNone/>
              <a:defRPr sz="863" b="0">
                <a:solidFill>
                  <a:srgbClr val="334155"/>
                </a:solidFill>
                <a:latin typeface="Inter"/>
                <a:ea typeface="Inter"/>
                <a:cs typeface="Inter"/>
              </a:defRPr>
            </a:lvl5pPr>
            <a:lvl6pPr>
              <a:buNone/>
              <a:defRPr sz="863" b="0">
                <a:solidFill>
                  <a:srgbClr val="334155"/>
                </a:solidFill>
                <a:latin typeface="Inter"/>
                <a:ea typeface="Inter"/>
                <a:cs typeface="Inter"/>
              </a:defRPr>
            </a:lvl6pPr>
            <a:lvl7pPr>
              <a:buNone/>
              <a:defRPr sz="863" b="0">
                <a:solidFill>
                  <a:srgbClr val="334155"/>
                </a:solidFill>
                <a:latin typeface="Inter"/>
                <a:ea typeface="Inter"/>
                <a:cs typeface="Inter"/>
              </a:defRPr>
            </a:lvl7pPr>
            <a:lvl8pPr>
              <a:buNone/>
              <a:defRPr sz="863" b="0">
                <a:solidFill>
                  <a:srgbClr val="334155"/>
                </a:solidFill>
                <a:latin typeface="Inter"/>
                <a:ea typeface="Inter"/>
                <a:cs typeface="Inter"/>
              </a:defRPr>
            </a:lvl8pPr>
            <a:lvl9pPr>
              <a:buNone/>
              <a:defRPr sz="863" b="0">
                <a:solidFill>
                  <a:srgbClr val="334155"/>
                </a:solidFill>
                <a:latin typeface="Inter"/>
                <a:ea typeface="Inter"/>
                <a:cs typeface="Inter"/>
              </a:defRPr>
            </a:lvl9pPr>
          </a:lstStyle>
          <a:p xmlns:a="http://schemas.openxmlformats.org/drawingml/2006/main">
            <a:pPr>
              <a:buNone/>
              <a:defRPr sz="863" b="0">
                <a:solidFill>
                  <a:srgbClr val="334155"/>
                </a:solidFill>
                <a:latin typeface="Inter"/>
                <a:ea typeface="Inter"/>
                <a:cs typeface="Inter"/>
              </a:defRPr>
            </a:pPr>
            <a:r>
              <a:rPr sz="863" b="0">
                <a:solidFill>
                  <a:srgbClr val="334155"/>
                </a:solidFill>
                <a:latin typeface="Inter"/>
                <a:ea typeface="Inter"/>
                <a:cs typeface="Inter"/>
              </a:rPr>
              <a:t>Floating frame</a:t>
            </a:r>
          </a:p>
        </p:txBody>
      </p:sp>
      <p:cxnSp>
        <p:nvCxnSpPr>
          <p:cNvPr id="206" name="">
            <a:extLst xmlns:a="http://schemas.openxmlformats.org/drawingml/2006/main">
              <a:ext uri="{FF2B5EF4-FFF2-40B4-BE49-F238E27FC236}">
                <a16:creationId xmlns:a16="http://schemas.microsoft.com/office/drawing/2014/main" id="{348C6F53-B403-4860-B3D1-5F329F95CEEB}"/>
              </a:ext>
            </a:extLst>
          </p:cNvPr>
          <p:cNvCxnSpPr/>
          <p:nvPr/>
        </p:nvCxnSpPr>
        <p:spPr>
          <a:xfrm xmlns:a="http://schemas.openxmlformats.org/drawingml/2006/main" flipH="1" flipV="0">
            <a:off x="8505825" y="1905000"/>
            <a:ext cx="57150" cy="695325"/>
          </a:xfrm>
          <a:prstGeom xmlns:a="http://schemas.openxmlformats.org/drawingml/2006/main" prst="straightConnector1">
            <a:avLst/>
          </a:prstGeom>
          <a:ln xmlns:a="http://schemas.openxmlformats.org/drawingml/2006/main" w="7620">
            <a:solidFill>
              <a:srgbClr val="64748B"/>
            </a:solidFill>
            <a:tailEnd type="triangle" w="sm" len="sm"/>
          </a:ln>
        </p:spPr>
      </p:cxnSp>
      <p:sp>
        <p:nvSpPr>
          <p:cNvPr id="207" name="">
            <a:extLst xmlns:a="http://schemas.openxmlformats.org/drawingml/2006/main">
              <a:ext uri="{FF2B5EF4-FFF2-40B4-BE49-F238E27FC236}">
                <a16:creationId xmlns:a16="http://schemas.microsoft.com/office/drawing/2014/main" id="{C74C3DF9-D380-4E44-A214-DFC01FD5AB9C}"/>
              </a:ext>
            </a:extLst>
          </p:cNvPr>
          <p:cNvSpPr>
            <a:spLocks xmlns:a="http://schemas.openxmlformats.org/drawingml/2006/main" noGrp="1"/>
          </p:cNvSpPr>
          <p:nvPr/>
        </p:nvSpPr>
        <p:spPr>
          <a:xfrm xmlns:a="http://schemas.openxmlformats.org/drawingml/2006/main">
            <a:off x="8029575" y="1704975"/>
            <a:ext cx="10763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863" b="0">
                <a:solidFill>
                  <a:srgbClr val="334155"/>
                </a:solidFill>
                <a:latin typeface="Inter"/>
                <a:ea typeface="Inter"/>
                <a:cs typeface="Inter"/>
              </a:defRPr>
            </a:defPPr>
            <a:lvl1pPr>
              <a:buNone/>
              <a:defRPr sz="863" b="0">
                <a:solidFill>
                  <a:srgbClr val="334155"/>
                </a:solidFill>
                <a:latin typeface="Inter"/>
                <a:ea typeface="Inter"/>
                <a:cs typeface="Inter"/>
              </a:defRPr>
            </a:lvl1pPr>
            <a:lvl2pPr>
              <a:buNone/>
              <a:defRPr sz="863" b="0">
                <a:solidFill>
                  <a:srgbClr val="334155"/>
                </a:solidFill>
                <a:latin typeface="Inter"/>
                <a:ea typeface="Inter"/>
                <a:cs typeface="Inter"/>
              </a:defRPr>
            </a:lvl2pPr>
            <a:lvl3pPr>
              <a:buNone/>
              <a:defRPr sz="863" b="0">
                <a:solidFill>
                  <a:srgbClr val="334155"/>
                </a:solidFill>
                <a:latin typeface="Inter"/>
                <a:ea typeface="Inter"/>
                <a:cs typeface="Inter"/>
              </a:defRPr>
            </a:lvl3pPr>
            <a:lvl4pPr>
              <a:buNone/>
              <a:defRPr sz="863" b="0">
                <a:solidFill>
                  <a:srgbClr val="334155"/>
                </a:solidFill>
                <a:latin typeface="Inter"/>
                <a:ea typeface="Inter"/>
                <a:cs typeface="Inter"/>
              </a:defRPr>
            </a:lvl4pPr>
            <a:lvl5pPr>
              <a:buNone/>
              <a:defRPr sz="863" b="0">
                <a:solidFill>
                  <a:srgbClr val="334155"/>
                </a:solidFill>
                <a:latin typeface="Inter"/>
                <a:ea typeface="Inter"/>
                <a:cs typeface="Inter"/>
              </a:defRPr>
            </a:lvl5pPr>
            <a:lvl6pPr>
              <a:buNone/>
              <a:defRPr sz="863" b="0">
                <a:solidFill>
                  <a:srgbClr val="334155"/>
                </a:solidFill>
                <a:latin typeface="Inter"/>
                <a:ea typeface="Inter"/>
                <a:cs typeface="Inter"/>
              </a:defRPr>
            </a:lvl6pPr>
            <a:lvl7pPr>
              <a:buNone/>
              <a:defRPr sz="863" b="0">
                <a:solidFill>
                  <a:srgbClr val="334155"/>
                </a:solidFill>
                <a:latin typeface="Inter"/>
                <a:ea typeface="Inter"/>
                <a:cs typeface="Inter"/>
              </a:defRPr>
            </a:lvl7pPr>
            <a:lvl8pPr>
              <a:buNone/>
              <a:defRPr sz="863" b="0">
                <a:solidFill>
                  <a:srgbClr val="334155"/>
                </a:solidFill>
                <a:latin typeface="Inter"/>
                <a:ea typeface="Inter"/>
                <a:cs typeface="Inter"/>
              </a:defRPr>
            </a:lvl8pPr>
            <a:lvl9pPr>
              <a:buNone/>
              <a:defRPr sz="863" b="0">
                <a:solidFill>
                  <a:srgbClr val="334155"/>
                </a:solidFill>
                <a:latin typeface="Inter"/>
                <a:ea typeface="Inter"/>
                <a:cs typeface="Inter"/>
              </a:defRPr>
            </a:lvl9pPr>
          </a:lstStyle>
          <a:p xmlns:a="http://schemas.openxmlformats.org/drawingml/2006/main">
            <a:pPr>
              <a:buNone/>
              <a:defRPr sz="863" b="0">
                <a:solidFill>
                  <a:srgbClr val="334155"/>
                </a:solidFill>
                <a:latin typeface="Inter"/>
                <a:ea typeface="Inter"/>
                <a:cs typeface="Inter"/>
              </a:defRPr>
            </a:pPr>
            <a:r>
              <a:rPr sz="863" b="0">
                <a:solidFill>
                  <a:srgbClr val="334155"/>
                </a:solidFill>
                <a:latin typeface="Inter"/>
                <a:ea typeface="Inter"/>
                <a:cs typeface="Inter"/>
              </a:rPr>
              <a:t>Compression struts</a:t>
            </a:r>
          </a:p>
        </p:txBody>
      </p:sp>
      <p:cxnSp>
        <p:nvCxnSpPr>
          <p:cNvPr id="208" name="">
            <a:extLst xmlns:a="http://schemas.openxmlformats.org/drawingml/2006/main">
              <a:ext uri="{FF2B5EF4-FFF2-40B4-BE49-F238E27FC236}">
                <a16:creationId xmlns:a16="http://schemas.microsoft.com/office/drawing/2014/main" id="{FE58AD02-17D0-491F-8376-30CB88DC00E5}"/>
              </a:ext>
            </a:extLst>
          </p:cNvPr>
          <p:cNvCxnSpPr/>
          <p:nvPr/>
        </p:nvCxnSpPr>
        <p:spPr>
          <a:xfrm xmlns:a="http://schemas.openxmlformats.org/drawingml/2006/main" flipH="1" flipV="0">
            <a:off x="9847007" y="1905000"/>
            <a:ext cx="144718" cy="632169"/>
          </a:xfrm>
          <a:prstGeom xmlns:a="http://schemas.openxmlformats.org/drawingml/2006/main" prst="straightConnector1">
            <a:avLst/>
          </a:prstGeom>
          <a:ln xmlns:a="http://schemas.openxmlformats.org/drawingml/2006/main" w="7620">
            <a:solidFill>
              <a:srgbClr val="64748B"/>
            </a:solidFill>
            <a:tailEnd type="triangle" w="sm" len="sm"/>
          </a:ln>
        </p:spPr>
      </p:cxnSp>
      <p:sp>
        <p:nvSpPr>
          <p:cNvPr id="209" name="">
            <a:extLst xmlns:a="http://schemas.openxmlformats.org/drawingml/2006/main">
              <a:ext uri="{FF2B5EF4-FFF2-40B4-BE49-F238E27FC236}">
                <a16:creationId xmlns:a16="http://schemas.microsoft.com/office/drawing/2014/main" id="{A432ABBA-EC87-49AF-A4BA-78F22B3899EB}"/>
              </a:ext>
            </a:extLst>
          </p:cNvPr>
          <p:cNvSpPr>
            <a:spLocks xmlns:a="http://schemas.openxmlformats.org/drawingml/2006/main" noGrp="1"/>
          </p:cNvSpPr>
          <p:nvPr/>
        </p:nvSpPr>
        <p:spPr>
          <a:xfrm xmlns:a="http://schemas.openxmlformats.org/drawingml/2006/main">
            <a:off x="9496425" y="170497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863" b="0">
                <a:solidFill>
                  <a:srgbClr val="334155"/>
                </a:solidFill>
                <a:latin typeface="Inter"/>
                <a:ea typeface="Inter"/>
                <a:cs typeface="Inter"/>
              </a:defRPr>
            </a:defPPr>
            <a:lvl1pPr>
              <a:buNone/>
              <a:defRPr sz="863" b="0">
                <a:solidFill>
                  <a:srgbClr val="334155"/>
                </a:solidFill>
                <a:latin typeface="Inter"/>
                <a:ea typeface="Inter"/>
                <a:cs typeface="Inter"/>
              </a:defRPr>
            </a:lvl1pPr>
            <a:lvl2pPr>
              <a:buNone/>
              <a:defRPr sz="863" b="0">
                <a:solidFill>
                  <a:srgbClr val="334155"/>
                </a:solidFill>
                <a:latin typeface="Inter"/>
                <a:ea typeface="Inter"/>
                <a:cs typeface="Inter"/>
              </a:defRPr>
            </a:lvl2pPr>
            <a:lvl3pPr>
              <a:buNone/>
              <a:defRPr sz="863" b="0">
                <a:solidFill>
                  <a:srgbClr val="334155"/>
                </a:solidFill>
                <a:latin typeface="Inter"/>
                <a:ea typeface="Inter"/>
                <a:cs typeface="Inter"/>
              </a:defRPr>
            </a:lvl3pPr>
            <a:lvl4pPr>
              <a:buNone/>
              <a:defRPr sz="863" b="0">
                <a:solidFill>
                  <a:srgbClr val="334155"/>
                </a:solidFill>
                <a:latin typeface="Inter"/>
                <a:ea typeface="Inter"/>
                <a:cs typeface="Inter"/>
              </a:defRPr>
            </a:lvl4pPr>
            <a:lvl5pPr>
              <a:buNone/>
              <a:defRPr sz="863" b="0">
                <a:solidFill>
                  <a:srgbClr val="334155"/>
                </a:solidFill>
                <a:latin typeface="Inter"/>
                <a:ea typeface="Inter"/>
                <a:cs typeface="Inter"/>
              </a:defRPr>
            </a:lvl5pPr>
            <a:lvl6pPr>
              <a:buNone/>
              <a:defRPr sz="863" b="0">
                <a:solidFill>
                  <a:srgbClr val="334155"/>
                </a:solidFill>
                <a:latin typeface="Inter"/>
                <a:ea typeface="Inter"/>
                <a:cs typeface="Inter"/>
              </a:defRPr>
            </a:lvl6pPr>
            <a:lvl7pPr>
              <a:buNone/>
              <a:defRPr sz="863" b="0">
                <a:solidFill>
                  <a:srgbClr val="334155"/>
                </a:solidFill>
                <a:latin typeface="Inter"/>
                <a:ea typeface="Inter"/>
                <a:cs typeface="Inter"/>
              </a:defRPr>
            </a:lvl7pPr>
            <a:lvl8pPr>
              <a:buNone/>
              <a:defRPr sz="863" b="0">
                <a:solidFill>
                  <a:srgbClr val="334155"/>
                </a:solidFill>
                <a:latin typeface="Inter"/>
                <a:ea typeface="Inter"/>
                <a:cs typeface="Inter"/>
              </a:defRPr>
            </a:lvl8pPr>
            <a:lvl9pPr>
              <a:buNone/>
              <a:defRPr sz="863" b="0">
                <a:solidFill>
                  <a:srgbClr val="334155"/>
                </a:solidFill>
                <a:latin typeface="Inter"/>
                <a:ea typeface="Inter"/>
                <a:cs typeface="Inter"/>
              </a:defRPr>
            </a:lvl9pPr>
          </a:lstStyle>
          <a:p xmlns:a="http://schemas.openxmlformats.org/drawingml/2006/main">
            <a:pPr>
              <a:buNone/>
              <a:defRPr sz="863" b="0">
                <a:solidFill>
                  <a:srgbClr val="334155"/>
                </a:solidFill>
                <a:latin typeface="Inter"/>
                <a:ea typeface="Inter"/>
                <a:cs typeface="Inter"/>
              </a:defRPr>
            </a:pPr>
            <a:r>
              <a:rPr sz="863" b="0">
                <a:solidFill>
                  <a:srgbClr val="334155"/>
                </a:solidFill>
                <a:latin typeface="Inter"/>
                <a:ea typeface="Inter"/>
                <a:cs typeface="Inter"/>
              </a:rPr>
              <a:t>Fixed frame</a:t>
            </a:r>
          </a:p>
        </p:txBody>
      </p:sp>
      <p:cxnSp>
        <p:nvCxnSpPr>
          <p:cNvPr id="210" name="">
            <a:extLst xmlns:a="http://schemas.openxmlformats.org/drawingml/2006/main">
              <a:ext uri="{FF2B5EF4-FFF2-40B4-BE49-F238E27FC236}">
                <a16:creationId xmlns:a16="http://schemas.microsoft.com/office/drawing/2014/main" id="{C700F241-1B3F-487A-B788-8E623A33C099}"/>
              </a:ext>
            </a:extLst>
          </p:cNvPr>
          <p:cNvCxnSpPr/>
          <p:nvPr/>
        </p:nvCxnSpPr>
        <p:spPr>
          <a:xfrm xmlns:a="http://schemas.openxmlformats.org/drawingml/2006/main" flipH="1" flipV="1">
            <a:off x="8756216" y="2723705"/>
            <a:ext cx="292534" cy="514795"/>
          </a:xfrm>
          <a:prstGeom xmlns:a="http://schemas.openxmlformats.org/drawingml/2006/main" prst="straightConnector1">
            <a:avLst/>
          </a:prstGeom>
          <a:ln xmlns:a="http://schemas.openxmlformats.org/drawingml/2006/main" w="7620">
            <a:solidFill>
              <a:srgbClr val="64748B"/>
            </a:solidFill>
            <a:tailEnd type="triangle" w="sm" len="sm"/>
          </a:ln>
        </p:spPr>
      </p:cxnSp>
      <p:sp>
        <p:nvSpPr>
          <p:cNvPr id="211" name="">
            <a:extLst xmlns:a="http://schemas.openxmlformats.org/drawingml/2006/main">
              <a:ext uri="{FF2B5EF4-FFF2-40B4-BE49-F238E27FC236}">
                <a16:creationId xmlns:a16="http://schemas.microsoft.com/office/drawing/2014/main" id="{70D28C7B-426D-4CE0-8CEC-C357966A7008}"/>
              </a:ext>
            </a:extLst>
          </p:cNvPr>
          <p:cNvSpPr>
            <a:spLocks xmlns:a="http://schemas.openxmlformats.org/drawingml/2006/main" noGrp="1"/>
          </p:cNvSpPr>
          <p:nvPr/>
        </p:nvSpPr>
        <p:spPr>
          <a:xfrm xmlns:a="http://schemas.openxmlformats.org/drawingml/2006/main">
            <a:off x="9039225" y="3238500"/>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863" b="0">
                <a:solidFill>
                  <a:srgbClr val="334155"/>
                </a:solidFill>
                <a:latin typeface="Inter"/>
                <a:ea typeface="Inter"/>
                <a:cs typeface="Inter"/>
              </a:defRPr>
            </a:defPPr>
            <a:lvl1pPr>
              <a:buNone/>
              <a:defRPr sz="863" b="0">
                <a:solidFill>
                  <a:srgbClr val="334155"/>
                </a:solidFill>
                <a:latin typeface="Inter"/>
                <a:ea typeface="Inter"/>
                <a:cs typeface="Inter"/>
              </a:defRPr>
            </a:lvl1pPr>
            <a:lvl2pPr>
              <a:buNone/>
              <a:defRPr sz="863" b="0">
                <a:solidFill>
                  <a:srgbClr val="334155"/>
                </a:solidFill>
                <a:latin typeface="Inter"/>
                <a:ea typeface="Inter"/>
                <a:cs typeface="Inter"/>
              </a:defRPr>
            </a:lvl2pPr>
            <a:lvl3pPr>
              <a:buNone/>
              <a:defRPr sz="863" b="0">
                <a:solidFill>
                  <a:srgbClr val="334155"/>
                </a:solidFill>
                <a:latin typeface="Inter"/>
                <a:ea typeface="Inter"/>
                <a:cs typeface="Inter"/>
              </a:defRPr>
            </a:lvl3pPr>
            <a:lvl4pPr>
              <a:buNone/>
              <a:defRPr sz="863" b="0">
                <a:solidFill>
                  <a:srgbClr val="334155"/>
                </a:solidFill>
                <a:latin typeface="Inter"/>
                <a:ea typeface="Inter"/>
                <a:cs typeface="Inter"/>
              </a:defRPr>
            </a:lvl4pPr>
            <a:lvl5pPr>
              <a:buNone/>
              <a:defRPr sz="863" b="0">
                <a:solidFill>
                  <a:srgbClr val="334155"/>
                </a:solidFill>
                <a:latin typeface="Inter"/>
                <a:ea typeface="Inter"/>
                <a:cs typeface="Inter"/>
              </a:defRPr>
            </a:lvl5pPr>
            <a:lvl6pPr>
              <a:buNone/>
              <a:defRPr sz="863" b="0">
                <a:solidFill>
                  <a:srgbClr val="334155"/>
                </a:solidFill>
                <a:latin typeface="Inter"/>
                <a:ea typeface="Inter"/>
                <a:cs typeface="Inter"/>
              </a:defRPr>
            </a:lvl6pPr>
            <a:lvl7pPr>
              <a:buNone/>
              <a:defRPr sz="863" b="0">
                <a:solidFill>
                  <a:srgbClr val="334155"/>
                </a:solidFill>
                <a:latin typeface="Inter"/>
                <a:ea typeface="Inter"/>
                <a:cs typeface="Inter"/>
              </a:defRPr>
            </a:lvl7pPr>
            <a:lvl8pPr>
              <a:buNone/>
              <a:defRPr sz="863" b="0">
                <a:solidFill>
                  <a:srgbClr val="334155"/>
                </a:solidFill>
                <a:latin typeface="Inter"/>
                <a:ea typeface="Inter"/>
                <a:cs typeface="Inter"/>
              </a:defRPr>
            </a:lvl8pPr>
            <a:lvl9pPr>
              <a:buNone/>
              <a:defRPr sz="863" b="0">
                <a:solidFill>
                  <a:srgbClr val="334155"/>
                </a:solidFill>
                <a:latin typeface="Inter"/>
                <a:ea typeface="Inter"/>
                <a:cs typeface="Inter"/>
              </a:defRPr>
            </a:lvl9pPr>
          </a:lstStyle>
          <a:p xmlns:a="http://schemas.openxmlformats.org/drawingml/2006/main">
            <a:pPr>
              <a:buNone/>
              <a:defRPr sz="863" b="0">
                <a:solidFill>
                  <a:srgbClr val="334155"/>
                </a:solidFill>
                <a:latin typeface="Inter"/>
                <a:ea typeface="Inter"/>
                <a:cs typeface="Inter"/>
              </a:defRPr>
            </a:pPr>
            <a:r>
              <a:rPr sz="863" b="0">
                <a:solidFill>
                  <a:srgbClr val="334155"/>
                </a:solidFill>
                <a:latin typeface="Inter"/>
                <a:ea typeface="Inter"/>
                <a:cs typeface="Inter"/>
              </a:rPr>
              <a:t>Tension cable</a:t>
            </a:r>
          </a:p>
        </p:txBody>
      </p:sp>
      <p:cxnSp>
        <p:nvCxnSpPr>
          <p:cNvPr id="212" name="">
            <a:extLst xmlns:a="http://schemas.openxmlformats.org/drawingml/2006/main">
              <a:ext uri="{FF2B5EF4-FFF2-40B4-BE49-F238E27FC236}">
                <a16:creationId xmlns:a16="http://schemas.microsoft.com/office/drawing/2014/main" id="{84696CE5-A90B-4EC3-8531-D920DB201CA6}"/>
              </a:ext>
            </a:extLst>
          </p:cNvPr>
          <p:cNvCxnSpPr/>
          <p:nvPr/>
        </p:nvCxnSpPr>
        <p:spPr>
          <a:xfrm xmlns:a="http://schemas.openxmlformats.org/drawingml/2006/main" flipH="1" flipV="1">
            <a:off x="6375332" y="4300149"/>
            <a:ext cx="6418" cy="519501"/>
          </a:xfrm>
          <a:prstGeom xmlns:a="http://schemas.openxmlformats.org/drawingml/2006/main" prst="straightConnector1">
            <a:avLst/>
          </a:prstGeom>
          <a:ln xmlns:a="http://schemas.openxmlformats.org/drawingml/2006/main" w="7620">
            <a:solidFill>
              <a:srgbClr val="64748B"/>
            </a:solidFill>
            <a:tailEnd type="triangle" w="sm" len="sm"/>
          </a:ln>
        </p:spPr>
      </p:cxnSp>
      <p:sp>
        <p:nvSpPr>
          <p:cNvPr id="213" name="">
            <a:extLst xmlns:a="http://schemas.openxmlformats.org/drawingml/2006/main">
              <a:ext uri="{FF2B5EF4-FFF2-40B4-BE49-F238E27FC236}">
                <a16:creationId xmlns:a16="http://schemas.microsoft.com/office/drawing/2014/main" id="{E705A11E-A070-4087-BDA9-17C456324473}"/>
              </a:ext>
            </a:extLst>
          </p:cNvPr>
          <p:cNvSpPr>
            <a:spLocks xmlns:a="http://schemas.openxmlformats.org/drawingml/2006/main" noGrp="1"/>
          </p:cNvSpPr>
          <p:nvPr/>
        </p:nvSpPr>
        <p:spPr>
          <a:xfrm xmlns:a="http://schemas.openxmlformats.org/drawingml/2006/main">
            <a:off x="5800725" y="4819650"/>
            <a:ext cx="1162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863" b="0">
                <a:solidFill>
                  <a:srgbClr val="334155"/>
                </a:solidFill>
                <a:latin typeface="Inter"/>
                <a:ea typeface="Inter"/>
                <a:cs typeface="Inter"/>
              </a:defRPr>
            </a:defPPr>
            <a:lvl1pPr>
              <a:buNone/>
              <a:defRPr sz="863" b="0">
                <a:solidFill>
                  <a:srgbClr val="334155"/>
                </a:solidFill>
                <a:latin typeface="Inter"/>
                <a:ea typeface="Inter"/>
                <a:cs typeface="Inter"/>
              </a:defRPr>
            </a:lvl1pPr>
            <a:lvl2pPr>
              <a:buNone/>
              <a:defRPr sz="863" b="0">
                <a:solidFill>
                  <a:srgbClr val="334155"/>
                </a:solidFill>
                <a:latin typeface="Inter"/>
                <a:ea typeface="Inter"/>
                <a:cs typeface="Inter"/>
              </a:defRPr>
            </a:lvl2pPr>
            <a:lvl3pPr>
              <a:buNone/>
              <a:defRPr sz="863" b="0">
                <a:solidFill>
                  <a:srgbClr val="334155"/>
                </a:solidFill>
                <a:latin typeface="Inter"/>
                <a:ea typeface="Inter"/>
                <a:cs typeface="Inter"/>
              </a:defRPr>
            </a:lvl3pPr>
            <a:lvl4pPr>
              <a:buNone/>
              <a:defRPr sz="863" b="0">
                <a:solidFill>
                  <a:srgbClr val="334155"/>
                </a:solidFill>
                <a:latin typeface="Inter"/>
                <a:ea typeface="Inter"/>
                <a:cs typeface="Inter"/>
              </a:defRPr>
            </a:lvl4pPr>
            <a:lvl5pPr>
              <a:buNone/>
              <a:defRPr sz="863" b="0">
                <a:solidFill>
                  <a:srgbClr val="334155"/>
                </a:solidFill>
                <a:latin typeface="Inter"/>
                <a:ea typeface="Inter"/>
                <a:cs typeface="Inter"/>
              </a:defRPr>
            </a:lvl5pPr>
            <a:lvl6pPr>
              <a:buNone/>
              <a:defRPr sz="863" b="0">
                <a:solidFill>
                  <a:srgbClr val="334155"/>
                </a:solidFill>
                <a:latin typeface="Inter"/>
                <a:ea typeface="Inter"/>
                <a:cs typeface="Inter"/>
              </a:defRPr>
            </a:lvl6pPr>
            <a:lvl7pPr>
              <a:buNone/>
              <a:defRPr sz="863" b="0">
                <a:solidFill>
                  <a:srgbClr val="334155"/>
                </a:solidFill>
                <a:latin typeface="Inter"/>
                <a:ea typeface="Inter"/>
                <a:cs typeface="Inter"/>
              </a:defRPr>
            </a:lvl7pPr>
            <a:lvl8pPr>
              <a:buNone/>
              <a:defRPr sz="863" b="0">
                <a:solidFill>
                  <a:srgbClr val="334155"/>
                </a:solidFill>
                <a:latin typeface="Inter"/>
                <a:ea typeface="Inter"/>
                <a:cs typeface="Inter"/>
              </a:defRPr>
            </a:lvl8pPr>
            <a:lvl9pPr>
              <a:buNone/>
              <a:defRPr sz="863" b="0">
                <a:solidFill>
                  <a:srgbClr val="334155"/>
                </a:solidFill>
                <a:latin typeface="Inter"/>
                <a:ea typeface="Inter"/>
                <a:cs typeface="Inter"/>
              </a:defRPr>
            </a:lvl9pPr>
          </a:lstStyle>
          <a:p xmlns:a="http://schemas.openxmlformats.org/drawingml/2006/main">
            <a:pPr>
              <a:buNone/>
              <a:defRPr sz="863" b="0">
                <a:solidFill>
                  <a:srgbClr val="334155"/>
                </a:solidFill>
                <a:latin typeface="Inter"/>
                <a:ea typeface="Inter"/>
                <a:cs typeface="Inter"/>
              </a:defRPr>
            </a:pPr>
            <a:r>
              <a:rPr sz="863" b="0">
                <a:solidFill>
                  <a:srgbClr val="334155"/>
                </a:solidFill>
                <a:latin typeface="Inter"/>
                <a:ea typeface="Inter"/>
                <a:cs typeface="Inter"/>
              </a:rPr>
              <a:t>Cable guides</a:t>
            </a:r>
          </a:p>
        </p:txBody>
      </p:sp>
      <p:cxnSp>
        <p:nvCxnSpPr>
          <p:cNvPr id="214" name="">
            <a:extLst xmlns:a="http://schemas.openxmlformats.org/drawingml/2006/main">
              <a:ext uri="{FF2B5EF4-FFF2-40B4-BE49-F238E27FC236}">
                <a16:creationId xmlns:a16="http://schemas.microsoft.com/office/drawing/2014/main" id="{A15629A3-3D21-4B7C-8718-8B0368F9ADFE}"/>
              </a:ext>
            </a:extLst>
          </p:cNvPr>
          <p:cNvCxnSpPr/>
          <p:nvPr/>
        </p:nvCxnSpPr>
        <p:spPr>
          <a:xfrm xmlns:a="http://schemas.openxmlformats.org/drawingml/2006/main" flipH="1" flipV="0">
            <a:off x="8898946" y="3914775"/>
            <a:ext cx="235529" cy="170364"/>
          </a:xfrm>
          <a:prstGeom xmlns:a="http://schemas.openxmlformats.org/drawingml/2006/main" prst="straightConnector1">
            <a:avLst/>
          </a:prstGeom>
          <a:ln xmlns:a="http://schemas.openxmlformats.org/drawingml/2006/main" w="7620">
            <a:solidFill>
              <a:srgbClr val="64748B"/>
            </a:solidFill>
            <a:tailEnd type="triangle" w="sm" len="sm"/>
          </a:ln>
        </p:spPr>
      </p:cxnSp>
      <p:sp>
        <p:nvSpPr>
          <p:cNvPr id="215" name="">
            <a:extLst xmlns:a="http://schemas.openxmlformats.org/drawingml/2006/main">
              <a:ext uri="{FF2B5EF4-FFF2-40B4-BE49-F238E27FC236}">
                <a16:creationId xmlns:a16="http://schemas.microsoft.com/office/drawing/2014/main" id="{38C68812-8091-4C86-8DD4-67AC1C2D9A64}"/>
              </a:ext>
            </a:extLst>
          </p:cNvPr>
          <p:cNvSpPr>
            <a:spLocks xmlns:a="http://schemas.openxmlformats.org/drawingml/2006/main" noGrp="1"/>
          </p:cNvSpPr>
          <p:nvPr/>
        </p:nvSpPr>
        <p:spPr>
          <a:xfrm xmlns:a="http://schemas.openxmlformats.org/drawingml/2006/main">
            <a:off x="9115425" y="3705225"/>
            <a:ext cx="1000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863" b="0">
                <a:solidFill>
                  <a:srgbClr val="334155"/>
                </a:solidFill>
                <a:latin typeface="Inter"/>
                <a:ea typeface="Inter"/>
                <a:cs typeface="Inter"/>
              </a:defRPr>
            </a:defPPr>
            <a:lvl1pPr>
              <a:buNone/>
              <a:defRPr sz="863" b="0">
                <a:solidFill>
                  <a:srgbClr val="334155"/>
                </a:solidFill>
                <a:latin typeface="Inter"/>
                <a:ea typeface="Inter"/>
                <a:cs typeface="Inter"/>
              </a:defRPr>
            </a:lvl1pPr>
            <a:lvl2pPr>
              <a:buNone/>
              <a:defRPr sz="863" b="0">
                <a:solidFill>
                  <a:srgbClr val="334155"/>
                </a:solidFill>
                <a:latin typeface="Inter"/>
                <a:ea typeface="Inter"/>
                <a:cs typeface="Inter"/>
              </a:defRPr>
            </a:lvl2pPr>
            <a:lvl3pPr>
              <a:buNone/>
              <a:defRPr sz="863" b="0">
                <a:solidFill>
                  <a:srgbClr val="334155"/>
                </a:solidFill>
                <a:latin typeface="Inter"/>
                <a:ea typeface="Inter"/>
                <a:cs typeface="Inter"/>
              </a:defRPr>
            </a:lvl3pPr>
            <a:lvl4pPr>
              <a:buNone/>
              <a:defRPr sz="863" b="0">
                <a:solidFill>
                  <a:srgbClr val="334155"/>
                </a:solidFill>
                <a:latin typeface="Inter"/>
                <a:ea typeface="Inter"/>
                <a:cs typeface="Inter"/>
              </a:defRPr>
            </a:lvl4pPr>
            <a:lvl5pPr>
              <a:buNone/>
              <a:defRPr sz="863" b="0">
                <a:solidFill>
                  <a:srgbClr val="334155"/>
                </a:solidFill>
                <a:latin typeface="Inter"/>
                <a:ea typeface="Inter"/>
                <a:cs typeface="Inter"/>
              </a:defRPr>
            </a:lvl5pPr>
            <a:lvl6pPr>
              <a:buNone/>
              <a:defRPr sz="863" b="0">
                <a:solidFill>
                  <a:srgbClr val="334155"/>
                </a:solidFill>
                <a:latin typeface="Inter"/>
                <a:ea typeface="Inter"/>
                <a:cs typeface="Inter"/>
              </a:defRPr>
            </a:lvl6pPr>
            <a:lvl7pPr>
              <a:buNone/>
              <a:defRPr sz="863" b="0">
                <a:solidFill>
                  <a:srgbClr val="334155"/>
                </a:solidFill>
                <a:latin typeface="Inter"/>
                <a:ea typeface="Inter"/>
                <a:cs typeface="Inter"/>
              </a:defRPr>
            </a:lvl7pPr>
            <a:lvl8pPr>
              <a:buNone/>
              <a:defRPr sz="863" b="0">
                <a:solidFill>
                  <a:srgbClr val="334155"/>
                </a:solidFill>
                <a:latin typeface="Inter"/>
                <a:ea typeface="Inter"/>
                <a:cs typeface="Inter"/>
              </a:defRPr>
            </a:lvl8pPr>
            <a:lvl9pPr>
              <a:buNone/>
              <a:defRPr sz="863" b="0">
                <a:solidFill>
                  <a:srgbClr val="334155"/>
                </a:solidFill>
                <a:latin typeface="Inter"/>
                <a:ea typeface="Inter"/>
                <a:cs typeface="Inter"/>
              </a:defRPr>
            </a:lvl9pPr>
          </a:lstStyle>
          <a:p xmlns:a="http://schemas.openxmlformats.org/drawingml/2006/main">
            <a:pPr>
              <a:buNone/>
              <a:defRPr sz="863" b="0">
                <a:solidFill>
                  <a:srgbClr val="334155"/>
                </a:solidFill>
                <a:latin typeface="Inter"/>
                <a:ea typeface="Inter"/>
                <a:cs typeface="Inter"/>
              </a:defRPr>
            </a:pPr>
            <a:r>
              <a:rPr sz="863" b="0">
                <a:solidFill>
                  <a:srgbClr val="334155"/>
                </a:solidFill>
                <a:latin typeface="Inter"/>
                <a:ea typeface="Inter"/>
                <a:cs typeface="Inter"/>
              </a:rPr>
              <a:t>Elastic strips</a:t>
            </a:r>
          </a:p>
        </p:txBody>
      </p:sp>
      <p:cxnSp>
        <p:nvCxnSpPr>
          <p:cNvPr id="216" name="">
            <a:extLst xmlns:a="http://schemas.openxmlformats.org/drawingml/2006/main">
              <a:ext uri="{FF2B5EF4-FFF2-40B4-BE49-F238E27FC236}">
                <a16:creationId xmlns:a16="http://schemas.microsoft.com/office/drawing/2014/main" id="{C4B01F60-B349-44FF-9CEA-D66EFE060EE0}"/>
              </a:ext>
            </a:extLst>
          </p:cNvPr>
          <p:cNvCxnSpPr/>
          <p:nvPr/>
        </p:nvCxnSpPr>
        <p:spPr>
          <a:xfrm xmlns:a="http://schemas.openxmlformats.org/drawingml/2006/main" flipH="1" flipV="1">
            <a:off x="8511180" y="4363570"/>
            <a:ext cx="23220" cy="456080"/>
          </a:xfrm>
          <a:prstGeom xmlns:a="http://schemas.openxmlformats.org/drawingml/2006/main" prst="straightConnector1">
            <a:avLst/>
          </a:prstGeom>
          <a:ln xmlns:a="http://schemas.openxmlformats.org/drawingml/2006/main" w="7620">
            <a:solidFill>
              <a:srgbClr val="64748B"/>
            </a:solidFill>
            <a:tailEnd type="triangle" w="sm" len="sm"/>
          </a:ln>
        </p:spPr>
      </p:cxnSp>
      <p:sp>
        <p:nvSpPr>
          <p:cNvPr id="217" name="">
            <a:extLst xmlns:a="http://schemas.openxmlformats.org/drawingml/2006/main">
              <a:ext uri="{FF2B5EF4-FFF2-40B4-BE49-F238E27FC236}">
                <a16:creationId xmlns:a16="http://schemas.microsoft.com/office/drawing/2014/main" id="{8A67E82A-B6A8-4ECD-9519-4CD275FB85A4}"/>
              </a:ext>
            </a:extLst>
          </p:cNvPr>
          <p:cNvSpPr>
            <a:spLocks xmlns:a="http://schemas.openxmlformats.org/drawingml/2006/main" noGrp="1"/>
          </p:cNvSpPr>
          <p:nvPr/>
        </p:nvSpPr>
        <p:spPr>
          <a:xfrm xmlns:a="http://schemas.openxmlformats.org/drawingml/2006/main">
            <a:off x="7972425" y="4819650"/>
            <a:ext cx="114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863" b="0">
                <a:solidFill>
                  <a:srgbClr val="334155"/>
                </a:solidFill>
                <a:latin typeface="Inter"/>
                <a:ea typeface="Inter"/>
                <a:cs typeface="Inter"/>
              </a:defRPr>
            </a:defPPr>
            <a:lvl1pPr>
              <a:buNone/>
              <a:defRPr sz="863" b="0">
                <a:solidFill>
                  <a:srgbClr val="334155"/>
                </a:solidFill>
                <a:latin typeface="Inter"/>
                <a:ea typeface="Inter"/>
                <a:cs typeface="Inter"/>
              </a:defRPr>
            </a:lvl1pPr>
            <a:lvl2pPr>
              <a:buNone/>
              <a:defRPr sz="863" b="0">
                <a:solidFill>
                  <a:srgbClr val="334155"/>
                </a:solidFill>
                <a:latin typeface="Inter"/>
                <a:ea typeface="Inter"/>
                <a:cs typeface="Inter"/>
              </a:defRPr>
            </a:lvl2pPr>
            <a:lvl3pPr>
              <a:buNone/>
              <a:defRPr sz="863" b="0">
                <a:solidFill>
                  <a:srgbClr val="334155"/>
                </a:solidFill>
                <a:latin typeface="Inter"/>
                <a:ea typeface="Inter"/>
                <a:cs typeface="Inter"/>
              </a:defRPr>
            </a:lvl3pPr>
            <a:lvl4pPr>
              <a:buNone/>
              <a:defRPr sz="863" b="0">
                <a:solidFill>
                  <a:srgbClr val="334155"/>
                </a:solidFill>
                <a:latin typeface="Inter"/>
                <a:ea typeface="Inter"/>
                <a:cs typeface="Inter"/>
              </a:defRPr>
            </a:lvl4pPr>
            <a:lvl5pPr>
              <a:buNone/>
              <a:defRPr sz="863" b="0">
                <a:solidFill>
                  <a:srgbClr val="334155"/>
                </a:solidFill>
                <a:latin typeface="Inter"/>
                <a:ea typeface="Inter"/>
                <a:cs typeface="Inter"/>
              </a:defRPr>
            </a:lvl5pPr>
            <a:lvl6pPr>
              <a:buNone/>
              <a:defRPr sz="863" b="0">
                <a:solidFill>
                  <a:srgbClr val="334155"/>
                </a:solidFill>
                <a:latin typeface="Inter"/>
                <a:ea typeface="Inter"/>
                <a:cs typeface="Inter"/>
              </a:defRPr>
            </a:lvl6pPr>
            <a:lvl7pPr>
              <a:buNone/>
              <a:defRPr sz="863" b="0">
                <a:solidFill>
                  <a:srgbClr val="334155"/>
                </a:solidFill>
                <a:latin typeface="Inter"/>
                <a:ea typeface="Inter"/>
                <a:cs typeface="Inter"/>
              </a:defRPr>
            </a:lvl7pPr>
            <a:lvl8pPr>
              <a:buNone/>
              <a:defRPr sz="863" b="0">
                <a:solidFill>
                  <a:srgbClr val="334155"/>
                </a:solidFill>
                <a:latin typeface="Inter"/>
                <a:ea typeface="Inter"/>
                <a:cs typeface="Inter"/>
              </a:defRPr>
            </a:lvl8pPr>
            <a:lvl9pPr>
              <a:buNone/>
              <a:defRPr sz="863" b="0">
                <a:solidFill>
                  <a:srgbClr val="334155"/>
                </a:solidFill>
                <a:latin typeface="Inter"/>
                <a:ea typeface="Inter"/>
                <a:cs typeface="Inter"/>
              </a:defRPr>
            </a:lvl9pPr>
          </a:lstStyle>
          <a:p xmlns:a="http://schemas.openxmlformats.org/drawingml/2006/main">
            <a:pPr>
              <a:buNone/>
              <a:defRPr sz="863" b="0">
                <a:solidFill>
                  <a:srgbClr val="334155"/>
                </a:solidFill>
                <a:latin typeface="Inter"/>
                <a:ea typeface="Inter"/>
                <a:cs typeface="Inter"/>
              </a:defRPr>
            </a:pPr>
            <a:r>
              <a:rPr sz="863" b="0">
                <a:solidFill>
                  <a:srgbClr val="334155"/>
                </a:solidFill>
                <a:latin typeface="Inter"/>
                <a:ea typeface="Inter"/>
                <a:cs typeface="Inter"/>
              </a:rPr>
              <a:t>Lead screw</a:t>
            </a:r>
          </a:p>
        </p:txBody>
      </p:sp>
      <p:cxnSp>
        <p:nvCxnSpPr>
          <p:cNvPr id="218" name="">
            <a:extLst xmlns:a="http://schemas.openxmlformats.org/drawingml/2006/main">
              <a:ext uri="{FF2B5EF4-FFF2-40B4-BE49-F238E27FC236}">
                <a16:creationId xmlns:a16="http://schemas.microsoft.com/office/drawing/2014/main" id="{FB53C917-509F-460E-B151-6EE83259831F}"/>
              </a:ext>
            </a:extLst>
          </p:cNvPr>
          <p:cNvCxnSpPr/>
          <p:nvPr/>
        </p:nvCxnSpPr>
        <p:spPr>
          <a:xfrm xmlns:a="http://schemas.openxmlformats.org/drawingml/2006/main" flipH="1" flipV="1">
            <a:off x="8925912" y="4255964"/>
            <a:ext cx="1132488" cy="77911"/>
          </a:xfrm>
          <a:prstGeom xmlns:a="http://schemas.openxmlformats.org/drawingml/2006/main" prst="straightConnector1">
            <a:avLst/>
          </a:prstGeom>
          <a:ln xmlns:a="http://schemas.openxmlformats.org/drawingml/2006/main" w="7620">
            <a:solidFill>
              <a:srgbClr val="64748B"/>
            </a:solidFill>
            <a:tailEnd type="triangle" w="sm" len="sm"/>
          </a:ln>
        </p:spPr>
      </p:cxnSp>
      <p:sp>
        <p:nvSpPr>
          <p:cNvPr id="219" name="">
            <a:extLst xmlns:a="http://schemas.openxmlformats.org/drawingml/2006/main">
              <a:ext uri="{FF2B5EF4-FFF2-40B4-BE49-F238E27FC236}">
                <a16:creationId xmlns:a16="http://schemas.microsoft.com/office/drawing/2014/main" id="{FFCB0DEE-80D5-4453-A912-ABF0AD1D2BDB}"/>
              </a:ext>
            </a:extLst>
          </p:cNvPr>
          <p:cNvSpPr>
            <a:spLocks xmlns:a="http://schemas.openxmlformats.org/drawingml/2006/main" noGrp="1"/>
          </p:cNvSpPr>
          <p:nvPr/>
        </p:nvSpPr>
        <p:spPr>
          <a:xfrm xmlns:a="http://schemas.openxmlformats.org/drawingml/2006/main">
            <a:off x="10058400" y="4229100"/>
            <a:ext cx="133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863" b="0">
                <a:solidFill>
                  <a:srgbClr val="334155"/>
                </a:solidFill>
                <a:latin typeface="Inter"/>
                <a:ea typeface="Inter"/>
                <a:cs typeface="Inter"/>
              </a:defRPr>
            </a:defPPr>
            <a:lvl1pPr>
              <a:buNone/>
              <a:defRPr sz="863" b="0">
                <a:solidFill>
                  <a:srgbClr val="334155"/>
                </a:solidFill>
                <a:latin typeface="Inter"/>
                <a:ea typeface="Inter"/>
                <a:cs typeface="Inter"/>
              </a:defRPr>
            </a:lvl1pPr>
            <a:lvl2pPr>
              <a:buNone/>
              <a:defRPr sz="863" b="0">
                <a:solidFill>
                  <a:srgbClr val="334155"/>
                </a:solidFill>
                <a:latin typeface="Inter"/>
                <a:ea typeface="Inter"/>
                <a:cs typeface="Inter"/>
              </a:defRPr>
            </a:lvl2pPr>
            <a:lvl3pPr>
              <a:buNone/>
              <a:defRPr sz="863" b="0">
                <a:solidFill>
                  <a:srgbClr val="334155"/>
                </a:solidFill>
                <a:latin typeface="Inter"/>
                <a:ea typeface="Inter"/>
                <a:cs typeface="Inter"/>
              </a:defRPr>
            </a:lvl3pPr>
            <a:lvl4pPr>
              <a:buNone/>
              <a:defRPr sz="863" b="0">
                <a:solidFill>
                  <a:srgbClr val="334155"/>
                </a:solidFill>
                <a:latin typeface="Inter"/>
                <a:ea typeface="Inter"/>
                <a:cs typeface="Inter"/>
              </a:defRPr>
            </a:lvl4pPr>
            <a:lvl5pPr>
              <a:buNone/>
              <a:defRPr sz="863" b="0">
                <a:solidFill>
                  <a:srgbClr val="334155"/>
                </a:solidFill>
                <a:latin typeface="Inter"/>
                <a:ea typeface="Inter"/>
                <a:cs typeface="Inter"/>
              </a:defRPr>
            </a:lvl5pPr>
            <a:lvl6pPr>
              <a:buNone/>
              <a:defRPr sz="863" b="0">
                <a:solidFill>
                  <a:srgbClr val="334155"/>
                </a:solidFill>
                <a:latin typeface="Inter"/>
                <a:ea typeface="Inter"/>
                <a:cs typeface="Inter"/>
              </a:defRPr>
            </a:lvl6pPr>
            <a:lvl7pPr>
              <a:buNone/>
              <a:defRPr sz="863" b="0">
                <a:solidFill>
                  <a:srgbClr val="334155"/>
                </a:solidFill>
                <a:latin typeface="Inter"/>
                <a:ea typeface="Inter"/>
                <a:cs typeface="Inter"/>
              </a:defRPr>
            </a:lvl7pPr>
            <a:lvl8pPr>
              <a:buNone/>
              <a:defRPr sz="863" b="0">
                <a:solidFill>
                  <a:srgbClr val="334155"/>
                </a:solidFill>
                <a:latin typeface="Inter"/>
                <a:ea typeface="Inter"/>
                <a:cs typeface="Inter"/>
              </a:defRPr>
            </a:lvl8pPr>
            <a:lvl9pPr>
              <a:buNone/>
              <a:defRPr sz="863" b="0">
                <a:solidFill>
                  <a:srgbClr val="334155"/>
                </a:solidFill>
                <a:latin typeface="Inter"/>
                <a:ea typeface="Inter"/>
                <a:cs typeface="Inter"/>
              </a:defRPr>
            </a:lvl9pPr>
          </a:lstStyle>
          <a:p xmlns:a="http://schemas.openxmlformats.org/drawingml/2006/main">
            <a:pPr>
              <a:buNone/>
              <a:defRPr sz="863" b="0">
                <a:solidFill>
                  <a:srgbClr val="334155"/>
                </a:solidFill>
                <a:latin typeface="Inter"/>
                <a:ea typeface="Inter"/>
                <a:cs typeface="Inter"/>
              </a:defRPr>
            </a:pPr>
            <a:r>
              <a:rPr sz="863" b="0">
                <a:solidFill>
                  <a:srgbClr val="334155"/>
                </a:solidFill>
                <a:latin typeface="Inter"/>
                <a:ea typeface="Inter"/>
                <a:cs typeface="Inter"/>
              </a:rPr>
              <a:t>Preload motor</a:t>
            </a:r>
          </a:p>
        </p:txBody>
      </p:sp>
    </p:spTree>
    <p:extLst>
      <p:ext uri="{BB962C8B-B14F-4D97-AF65-F5344CB8AC3E}">
        <p14:creationId xmlns:p14="http://schemas.microsoft.com/office/powerpoint/2010/main" val="8096311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 name="Google Shape;205;p19">
            <a:extLst xmlns:a="http://schemas.openxmlformats.org/drawingml/2006/main">
              <a:ext uri="{FF2B5EF4-FFF2-40B4-BE49-F238E27FC236}">
                <a16:creationId xmlns:a16="http://schemas.microsoft.com/office/drawing/2014/main" id="{7CF65A4F-881D-48DA-9351-0D470223311D}"/>
              </a:ext>
            </a:extLst>
          </p:cNvPr>
          <p:cNvSpPr>
            <a:spLocks xmlns:a="http://schemas.openxmlformats.org/drawingml/2006/main" noGrp="1"/>
          </p:cNvSpPr>
          <p:nvPr/>
        </p:nvSpPr>
        <p:spPr>
          <a:xfrm xmlns:a="http://schemas.openxmlformats.org/drawingml/2006/main">
            <a:off x="571500" y="476250"/>
            <a:ext cx="11601600" cy="388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1E3A8A"/>
                </a:solidFill>
                <a:latin typeface="Poppins"/>
                <a:ea typeface="Poppins"/>
                <a:cs typeface="Poppins"/>
              </a:rPr>
              <a:t>CAD Design &amp; Mechanical Specs</a:t>
            </a:r>
            <a:endParaRPr sz="1400" b="0" i="0" u="none" strike="noStrike" cap="none">
              <a:solidFill>
                <a:srgbClr val="000000"/>
              </a:solidFill>
              <a:latin typeface="Arial"/>
              <a:ea typeface="Arial"/>
              <a:cs typeface="Arial"/>
            </a:endParaRPr>
          </a:p>
        </p:txBody>
      </p:sp>
      <p:pic>
        <p:nvPicPr>
          <p:cNvPr id="206" name="Google Shape;206;p19">
            <a:extLst xmlns:a="http://schemas.openxmlformats.org/drawingml/2006/main">
              <a:ext uri="{FF2B5EF4-FFF2-40B4-BE49-F238E27FC236}">
                <a16:creationId xmlns:a16="http://schemas.microsoft.com/office/drawing/2014/main" id="{67811B09-ABB1-40A8-ACE0-FAF71594601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227155adb574c07">
            <a:alphaModFix/>
          </a:blip>
          <a:srcRect xmlns:a="http://schemas.openxmlformats.org/drawingml/2006/main" l="0" t="0" r="0" b="0"/>
          <a:stretch xmlns:a="http://schemas.openxmlformats.org/drawingml/2006/main"/>
        </p:blipFill>
        <p:spPr>
          <a:xfrm xmlns:a="http://schemas.openxmlformats.org/drawingml/2006/main">
            <a:off x="11095194" y="6280800"/>
            <a:ext cx="1096806" cy="577200"/>
          </a:xfrm>
          <a:prstGeom xmlns:a="http://schemas.openxmlformats.org/drawingml/2006/main" prst="rect">
            <a:avLst/>
          </a:prstGeom>
          <a:ln xmlns:a="http://schemas.openxmlformats.org/drawingml/2006/main">
            <a:noFill/>
          </a:ln>
        </p:spPr>
      </p:pic>
      <p:pic>
        <p:nvPicPr>
          <p:cNvPr id="207" name="Google Shape;207;p19">
            <a:extLst xmlns:a="http://schemas.openxmlformats.org/drawingml/2006/main">
              <a:ext uri="{FF2B5EF4-FFF2-40B4-BE49-F238E27FC236}">
                <a16:creationId xmlns:a16="http://schemas.microsoft.com/office/drawing/2014/main" id="{82390E15-2983-4066-AB06-BFA37D2827F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3e00dc37fba44c1">
            <a:alphaModFix/>
          </a:blip>
          <a:srcRect xmlns:a="http://schemas.openxmlformats.org/drawingml/2006/main" l="14673" t="33074" r="15820" b="44466"/>
          <a:stretch xmlns:a="http://schemas.openxmlformats.org/drawingml/2006/main"/>
        </p:blipFill>
        <p:spPr>
          <a:xfrm xmlns:a="http://schemas.openxmlformats.org/drawingml/2006/main">
            <a:off x="0" y="6280800"/>
            <a:ext cx="1786280" cy="577200"/>
          </a:xfrm>
          <a:prstGeom xmlns:a="http://schemas.openxmlformats.org/drawingml/2006/main" prst="rect">
            <a:avLst/>
          </a:prstGeom>
          <a:ln xmlns:a="http://schemas.openxmlformats.org/drawingml/2006/main">
            <a:noFill/>
          </a:ln>
        </p:spPr>
      </p:pic>
      <p:sp>
        <p:nvSpPr>
          <p:cNvPr id="208" name="Google Shape;208;p19">
            <a:extLst xmlns:a="http://schemas.openxmlformats.org/drawingml/2006/main">
              <a:ext uri="{FF2B5EF4-FFF2-40B4-BE49-F238E27FC236}">
                <a16:creationId xmlns:a16="http://schemas.microsoft.com/office/drawing/2014/main" id="{77F096B7-38E2-4A84-9DDE-C7DB6ECAD247}"/>
              </a:ext>
            </a:extLst>
          </p:cNvPr>
          <p:cNvSpPr>
            <a:spLocks xmlns:a="http://schemas.openxmlformats.org/drawingml/2006/main" noGrp="1"/>
          </p:cNvSpPr>
          <p:nvPr/>
        </p:nvSpPr>
        <p:spPr>
          <a:xfrm xmlns:a="http://schemas.openxmlformats.org/drawingml/2006/main">
            <a:off x="571500" y="1257300"/>
            <a:ext cx="5238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50"/>
              <a:buFont typeface="Arial"/>
              <a:buNone/>
            </a:pPr>
            <a:r>
              <a:rPr sz="1650" b="1" i="0" u="none" strike="noStrike" cap="none">
                <a:solidFill>
                  <a:srgbClr val="0284C7"/>
                </a:solidFill>
                <a:latin typeface="Poppins SemiBold"/>
                <a:ea typeface="Poppins SemiBold"/>
                <a:cs typeface="Poppins SemiBold"/>
              </a:rPr>
              <a:t>Preliminary load screening</a:t>
            </a:r>
            <a:endParaRPr sz="1400" b="0" i="0" u="none" strike="noStrike" cap="none">
              <a:solidFill>
                <a:srgbClr val="000000"/>
              </a:solidFill>
              <a:latin typeface="Arial"/>
              <a:ea typeface="Arial"/>
              <a:cs typeface="Arial"/>
            </a:endParaRPr>
          </a:p>
        </p:txBody>
      </p:sp>
      <p:graphicFrame>
        <p:nvGraphicFramePr>
          <p:cNvPr id="209" name="Google Shape;209;p19">
            <a:extLst xmlns:a="http://schemas.openxmlformats.org/drawingml/2006/main">
              <a:ext uri="{FF2B5EF4-FFF2-40B4-BE49-F238E27FC236}">
                <a16:creationId xmlns:a16="http://schemas.microsoft.com/office/drawing/2014/main" id="{30EF9E5D-9400-4909-B426-BD6434ECD2E7}"/>
              </a:ext>
            </a:extLst>
          </p:cNvPr>
          <p:cNvGraphicFramePr/>
          <p:nvPr/>
        </p:nvGraphicFramePr>
        <p:xfrm>
          <a:off xmlns:a="http://schemas.openxmlformats.org/drawingml/2006/main" x="571500" y="1752600"/>
          <a:ext xmlns:a="http://schemas.openxmlformats.org/drawingml/2006/main" cx="3000000" cy="3000000"/>
        </p:xfrm>
        <a:graphic xmlns:a="http://schemas.openxmlformats.org/drawingml/2006/main">
          <a:graphicData uri="http://schemas.openxmlformats.org/drawingml/2006/table">
            <a:tbl>
              <a:tblPr>
                <a:tableStyleId>{62ED9BA4-4FA7-4FEF-9CD9-25A31C81FDAC}</a:tableStyleId>
              </a:tblPr>
              <a:tblGrid>
                <a:gridCol w="2571750"/>
                <a:gridCol w="2667000"/>
              </a:tblGrid>
              <a:tr h="412300">
                <a:tc>
                  <a:txBody>
                    <a:bodyPr/>
                    <a:lstStyle/>
                    <a:p>
                      <a:pPr marL="0" marR="0" lvl="0" indent="0" algn="l">
                        <a:lnSpc>
                          <a:spcPct val="100000"/>
                        </a:lnSpc>
                        <a:spcBef>
                          <a:spcPts val="0"/>
                        </a:spcBef>
                        <a:spcAft>
                          <a:spcPts val="0"/>
                        </a:spcAft>
                        <a:buClr>
                          <a:srgbClr val="000000"/>
                        </a:buClr>
                        <a:buSzPts val="1200"/>
                        <a:buFont typeface="Arial"/>
                        <a:buNone/>
                      </a:pPr>
                      <a:r>
                        <a:rPr sz="1200" b="1" u="none" strike="noStrike" cap="none">
                          <a:solidFill>
                            <a:srgbClr val="334155"/>
                          </a:solidFill>
                          <a:latin typeface="Inter"/>
                          <a:ea typeface="Inter"/>
                          <a:cs typeface="Inter"/>
                        </a:rPr>
                        <a:t>Load case</a:t>
                      </a:r>
                      <a:endParaRPr sz="1400" u="none" strike="noStrike" cap="none"/>
                    </a:p>
                  </a:txBody>
                  <a:tcPr marL="38100" marR="38100" marT="19050" marB="19050" anchor="ctr">
                    <a:lnL w="9525" cmpd="sng">
                      <a:solidFill>
                        <a:srgbClr val="E2E8F0"/>
                      </a:solidFill>
                      <a:prstDash val="solid"/>
                    </a:lnL>
                    <a:lnT w="9525" cmpd="sng">
                      <a:solidFill>
                        <a:srgbClr val="E2E8F0"/>
                      </a:solidFill>
                      <a:prstDash val="solid"/>
                    </a:lnT>
                    <a:solidFill>
                      <a:srgbClr val="E2E8F0"/>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1" u="none" strike="noStrike" cap="none">
                          <a:solidFill>
                            <a:srgbClr val="334155"/>
                          </a:solidFill>
                          <a:latin typeface="Inter"/>
                          <a:ea typeface="Inter"/>
                          <a:cs typeface="Inter"/>
                        </a:rPr>
                        <a:t>Calculation</a:t>
                      </a:r>
                      <a:endParaRPr sz="1400" u="none" strike="noStrike" cap="none"/>
                    </a:p>
                  </a:txBody>
                  <a:tcPr marL="38100" marR="38100" marT="19050" marB="19050" anchor="ctr">
                    <a:lnR w="9525" cmpd="sng">
                      <a:solidFill>
                        <a:srgbClr val="E2E8F0"/>
                      </a:solidFill>
                      <a:prstDash val="solid"/>
                    </a:lnR>
                    <a:lnT w="9525" cmpd="sng">
                      <a:solidFill>
                        <a:srgbClr val="E2E8F0"/>
                      </a:solidFill>
                      <a:prstDash val="solid"/>
                    </a:lnT>
                    <a:solidFill>
                      <a:srgbClr val="E2E8F0"/>
                    </a:solidFill>
                  </a:tcPr>
                </a:tc>
              </a:tr>
              <a:tr h="412300">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30 kg rover weight</a:t>
                      </a:r>
                      <a:endParaRPr sz="1400" u="none" strike="noStrike" cap="none"/>
                    </a:p>
                  </a:txBody>
                  <a:tcPr marL="38100" marR="38100" marT="19050" marB="19050" anchor="ctr">
                    <a:lnL w="9525" cmpd="sng">
                      <a:solidFill>
                        <a:srgbClr val="E2E8F0"/>
                      </a:solidFill>
                      <a:prstDash val="solid"/>
                    </a:lnL>
                    <a:solidFill>
                      <a:srgbClr val="F7F9FB"/>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30 × 9.81 = 294.30 N</a:t>
                      </a:r>
                      <a:endParaRPr sz="1400" u="none" strike="noStrike" cap="none"/>
                    </a:p>
                  </a:txBody>
                  <a:tcPr marL="38100" marR="38100" marT="19050" marB="19050" anchor="ctr">
                    <a:lnR w="9525" cmpd="sng">
                      <a:solidFill>
                        <a:srgbClr val="E2E8F0"/>
                      </a:solidFill>
                      <a:prstDash val="solid"/>
                    </a:lnR>
                    <a:solidFill>
                      <a:srgbClr val="F7F9FB"/>
                    </a:solidFill>
                  </a:tcPr>
                </a:tc>
              </a:tr>
              <a:tr h="412300">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Six equal wheel contacts</a:t>
                      </a:r>
                      <a:endParaRPr sz="1400" u="none" strike="noStrike" cap="none"/>
                    </a:p>
                  </a:txBody>
                  <a:tcPr marL="38100" marR="38100" marT="19050" marB="19050" anchor="ctr">
                    <a:lnL w="9525" cmpd="sng">
                      <a:solidFill>
                        <a:srgbClr val="E2E8F0"/>
                      </a:solidFill>
                      <a:prstDash val="solid"/>
                    </a:lnL>
                    <a:solidFill>
                      <a:srgbClr val="FFFFFF"/>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294.30 / 6 = 49.05 N per wheel</a:t>
                      </a:r>
                      <a:endParaRPr sz="1400" u="none" strike="noStrike" cap="none"/>
                    </a:p>
                  </a:txBody>
                  <a:tcPr marL="38100" marR="38100" marT="19050" marB="19050" anchor="ctr">
                    <a:lnR w="9525" cmpd="sng">
                      <a:solidFill>
                        <a:srgbClr val="E2E8F0"/>
                      </a:solidFill>
                      <a:prstDash val="solid"/>
                    </a:lnR>
                    <a:solidFill>
                      <a:srgbClr val="FFFFFF"/>
                    </a:solidFill>
                  </a:tcPr>
                </a:tc>
              </a:tr>
              <a:tr h="412300">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Three equal wheel contacts</a:t>
                      </a:r>
                      <a:endParaRPr sz="1400" u="none" strike="noStrike" cap="none"/>
                    </a:p>
                  </a:txBody>
                  <a:tcPr marL="38100" marR="38100" marT="19050" marB="19050" anchor="ctr">
                    <a:lnL w="9525" cmpd="sng">
                      <a:solidFill>
                        <a:srgbClr val="E2E8F0"/>
                      </a:solidFill>
                      <a:prstDash val="solid"/>
                    </a:lnL>
                    <a:solidFill>
                      <a:srgbClr val="F7F9FB"/>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294.30 / 3 = 98.10 N per wheel</a:t>
                      </a:r>
                      <a:endParaRPr sz="1400" u="none" strike="noStrike" cap="none"/>
                    </a:p>
                  </a:txBody>
                  <a:tcPr marL="38100" marR="38100" marT="19050" marB="19050" anchor="ctr">
                    <a:lnR w="9525" cmpd="sng">
                      <a:solidFill>
                        <a:srgbClr val="E2E8F0"/>
                      </a:solidFill>
                      <a:prstDash val="solid"/>
                    </a:lnR>
                    <a:solidFill>
                      <a:srgbClr val="F7F9FB"/>
                    </a:solidFill>
                  </a:tcPr>
                </a:tc>
              </a:tr>
              <a:tr h="412300">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Provisional 3× static screen</a:t>
                      </a:r>
                      <a:endParaRPr sz="1400" u="none" strike="noStrike" cap="none"/>
                    </a:p>
                  </a:txBody>
                  <a:tcPr marL="38100" marR="38100" marT="19050" marB="19050" anchor="ctr">
                    <a:lnL w="9525" cmpd="sng">
                      <a:solidFill>
                        <a:srgbClr val="E2E8F0"/>
                      </a:solidFill>
                      <a:prstDash val="solid"/>
                    </a:lnL>
                    <a:solidFill>
                      <a:srgbClr val="FFFFFF"/>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3 × 98.10 = 294.30 N per wheel</a:t>
                      </a:r>
                      <a:endParaRPr sz="1400" u="none" strike="noStrike" cap="none"/>
                    </a:p>
                  </a:txBody>
                  <a:tcPr marL="38100" marR="38100" marT="19050" marB="19050" anchor="ctr">
                    <a:lnR w="9525" cmpd="sng">
                      <a:solidFill>
                        <a:srgbClr val="E2E8F0"/>
                      </a:solidFill>
                      <a:prstDash val="solid"/>
                    </a:lnR>
                    <a:solidFill>
                      <a:srgbClr val="FFFFFF"/>
                    </a:solidFill>
                  </a:tcPr>
                </a:tc>
              </a:tr>
              <a:tr h="412300">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65 mm perpendicular lever</a:t>
                      </a:r>
                      <a:endParaRPr sz="1400" u="none" strike="noStrike" cap="none"/>
                    </a:p>
                  </a:txBody>
                  <a:tcPr marL="38100" marR="38100" marT="19050" marB="19050" anchor="ctr">
                    <a:lnL w="9525" cmpd="sng">
                      <a:solidFill>
                        <a:srgbClr val="E2E8F0"/>
                      </a:solidFill>
                      <a:prstDash val="solid"/>
                    </a:lnL>
                    <a:solidFill>
                      <a:srgbClr val="F7F9FB"/>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294.30 × 0.065 = 19.13 Nm</a:t>
                      </a:r>
                      <a:endParaRPr sz="1400" u="none" strike="noStrike" cap="none"/>
                    </a:p>
                  </a:txBody>
                  <a:tcPr marL="38100" marR="38100" marT="19050" marB="19050" anchor="ctr">
                    <a:lnR w="9525" cmpd="sng">
                      <a:solidFill>
                        <a:srgbClr val="E2E8F0"/>
                      </a:solidFill>
                      <a:prstDash val="solid"/>
                    </a:lnR>
                    <a:solidFill>
                      <a:srgbClr val="F7F9FB"/>
                    </a:solidFill>
                  </a:tcPr>
                </a:tc>
              </a:tr>
              <a:tr h="412300">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Solid Ø12 mm, bending only</a:t>
                      </a:r>
                      <a:endParaRPr sz="1400" u="none" strike="noStrike" cap="none"/>
                    </a:p>
                  </a:txBody>
                  <a:tcPr marL="38100" marR="38100" marT="19050" marB="19050" anchor="ctr">
                    <a:lnL w="9525" cmpd="sng">
                      <a:solidFill>
                        <a:srgbClr val="E2E8F0"/>
                      </a:solidFill>
                      <a:prstDash val="solid"/>
                    </a:lnL>
                    <a:lnB w="9525" cmpd="sng">
                      <a:solidFill>
                        <a:srgbClr val="E2E8F0"/>
                      </a:solidFill>
                      <a:prstDash val="solid"/>
                    </a:lnB>
                    <a:solidFill>
                      <a:srgbClr val="FFFFFF"/>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32M/(πd³) = 112.8 MPa</a:t>
                      </a:r>
                      <a:endParaRPr sz="1400" u="none" strike="noStrike" cap="none"/>
                    </a:p>
                  </a:txBody>
                  <a:tcPr marL="38100" marR="38100" marT="19050" marB="19050" anchor="ctr">
                    <a:lnR w="9525" cmpd="sng">
                      <a:solidFill>
                        <a:srgbClr val="E2E8F0"/>
                      </a:solidFill>
                      <a:prstDash val="solid"/>
                    </a:lnR>
                    <a:lnB w="9525" cmpd="sng">
                      <a:solidFill>
                        <a:srgbClr val="E2E8F0"/>
                      </a:solidFill>
                      <a:prstDash val="solid"/>
                    </a:lnB>
                    <a:solidFill>
                      <a:srgbClr val="FFFFFF"/>
                    </a:solidFill>
                  </a:tcPr>
                </a:tc>
              </a:tr>
            </a:tbl>
          </a:graphicData>
        </a:graphic>
      </p:graphicFrame>
      <p:sp>
        <p:nvSpPr>
          <p:cNvPr id="210" name="Google Shape;210;p19">
            <a:extLst xmlns:a="http://schemas.openxmlformats.org/drawingml/2006/main">
              <a:ext uri="{FF2B5EF4-FFF2-40B4-BE49-F238E27FC236}">
                <a16:creationId xmlns:a16="http://schemas.microsoft.com/office/drawing/2014/main" id="{FDC23E51-A2F6-458F-8E00-2622B54AAFAB}"/>
              </a:ext>
            </a:extLst>
          </p:cNvPr>
          <p:cNvSpPr>
            <a:spLocks xmlns:a="http://schemas.openxmlformats.org/drawingml/2006/main" noGrp="1"/>
          </p:cNvSpPr>
          <p:nvPr/>
        </p:nvSpPr>
        <p:spPr>
          <a:xfrm xmlns:a="http://schemas.openxmlformats.org/drawingml/2006/main">
            <a:off x="6334125" y="1257300"/>
            <a:ext cx="52387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50"/>
              <a:buFont typeface="Arial"/>
              <a:buNone/>
            </a:pPr>
            <a:r>
              <a:rPr sz="1650" b="1" i="0" u="none" strike="noStrike" cap="none">
                <a:solidFill>
                  <a:srgbClr val="0284C7"/>
                </a:solidFill>
                <a:latin typeface="Poppins SemiBold"/>
                <a:ea typeface="Poppins SemiBold"/>
                <a:cs typeface="Poppins SemiBold"/>
              </a:rPr>
              <a:t>Material and manufacturing choices</a:t>
            </a:r>
            <a:endParaRPr sz="1400" b="0" i="0" u="none" strike="noStrike" cap="none">
              <a:solidFill>
                <a:srgbClr val="000000"/>
              </a:solidFill>
              <a:latin typeface="Arial"/>
              <a:ea typeface="Arial"/>
              <a:cs typeface="Arial"/>
            </a:endParaRPr>
          </a:p>
        </p:txBody>
      </p:sp>
      <p:graphicFrame>
        <p:nvGraphicFramePr>
          <p:cNvPr id="211" name="Google Shape;211;p19">
            <a:extLst xmlns:a="http://schemas.openxmlformats.org/drawingml/2006/main">
              <a:ext uri="{FF2B5EF4-FFF2-40B4-BE49-F238E27FC236}">
                <a16:creationId xmlns:a16="http://schemas.microsoft.com/office/drawing/2014/main" id="{B355100C-697E-415C-8220-5940B18456AE}"/>
              </a:ext>
            </a:extLst>
          </p:cNvPr>
          <p:cNvGraphicFramePr/>
          <p:nvPr/>
        </p:nvGraphicFramePr>
        <p:xfrm>
          <a:off xmlns:a="http://schemas.openxmlformats.org/drawingml/2006/main" x="6334125" y="1752600"/>
          <a:ext xmlns:a="http://schemas.openxmlformats.org/drawingml/2006/main" cx="3000000" cy="3000000"/>
        </p:xfrm>
        <a:graphic xmlns:a="http://schemas.openxmlformats.org/drawingml/2006/main">
          <a:graphicData uri="http://schemas.openxmlformats.org/drawingml/2006/table">
            <a:tbl>
              <a:tblPr>
                <a:tableStyleId>{62ED9BA4-4FA7-4FEF-9CD9-25A31C81FDAC}</a:tableStyleId>
              </a:tblPr>
              <a:tblGrid>
                <a:gridCol w="1952625"/>
                <a:gridCol w="3286125"/>
              </a:tblGrid>
              <a:tr h="577225">
                <a:tc>
                  <a:txBody>
                    <a:bodyPr/>
                    <a:lstStyle/>
                    <a:p>
                      <a:pPr marL="0" marR="0" lvl="0" indent="0" algn="l">
                        <a:lnSpc>
                          <a:spcPct val="100000"/>
                        </a:lnSpc>
                        <a:spcBef>
                          <a:spcPts val="0"/>
                        </a:spcBef>
                        <a:spcAft>
                          <a:spcPts val="0"/>
                        </a:spcAft>
                        <a:buClr>
                          <a:srgbClr val="000000"/>
                        </a:buClr>
                        <a:buSzPts val="1200"/>
                        <a:buFont typeface="Arial"/>
                        <a:buNone/>
                      </a:pPr>
                      <a:r>
                        <a:rPr sz="1200" b="1" u="none" strike="noStrike" cap="none">
                          <a:solidFill>
                            <a:srgbClr val="334155"/>
                          </a:solidFill>
                          <a:latin typeface="Inter"/>
                          <a:ea typeface="Inter"/>
                          <a:cs typeface="Inter"/>
                        </a:rPr>
                        <a:t>Part group</a:t>
                      </a:r>
                      <a:endParaRPr sz="1400" u="none" strike="noStrike" cap="none"/>
                    </a:p>
                  </a:txBody>
                  <a:tcPr marL="38100" marR="38100" marT="19050" marB="19050" anchor="ctr">
                    <a:lnL w="9525" cmpd="sng">
                      <a:solidFill>
                        <a:srgbClr val="E2E8F0"/>
                      </a:solidFill>
                      <a:prstDash val="solid"/>
                    </a:lnL>
                    <a:lnT w="9525" cmpd="sng">
                      <a:solidFill>
                        <a:srgbClr val="E2E8F0"/>
                      </a:solidFill>
                      <a:prstDash val="solid"/>
                    </a:lnT>
                    <a:solidFill>
                      <a:srgbClr val="E2E8F0"/>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1" u="none" strike="noStrike" cap="none">
                          <a:solidFill>
                            <a:srgbClr val="334155"/>
                          </a:solidFill>
                          <a:latin typeface="Inter"/>
                          <a:ea typeface="Inter"/>
                          <a:cs typeface="Inter"/>
                        </a:rPr>
                        <a:t>Proposed route / reason</a:t>
                      </a:r>
                      <a:endParaRPr sz="1400" u="none" strike="noStrike" cap="none"/>
                    </a:p>
                  </a:txBody>
                  <a:tcPr marL="38100" marR="38100" marT="19050" marB="19050" anchor="ctr">
                    <a:lnR w="9525" cmpd="sng">
                      <a:solidFill>
                        <a:srgbClr val="E2E8F0"/>
                      </a:solidFill>
                      <a:prstDash val="solid"/>
                    </a:lnR>
                    <a:lnT w="9525" cmpd="sng">
                      <a:solidFill>
                        <a:srgbClr val="E2E8F0"/>
                      </a:solidFill>
                      <a:prstDash val="solid"/>
                    </a:lnT>
                    <a:solidFill>
                      <a:srgbClr val="E2E8F0"/>
                    </a:solidFill>
                  </a:tcPr>
                </a:tc>
              </a:tr>
              <a:tr h="577225">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Loaded frames and plates</a:t>
                      </a:r>
                      <a:endParaRPr sz="1400" u="none" strike="noStrike" cap="none"/>
                    </a:p>
                  </a:txBody>
                  <a:tcPr marL="38100" marR="38100" marT="19050" marB="19050" anchor="ctr">
                    <a:lnL w="9525" cmpd="sng">
                      <a:solidFill>
                        <a:srgbClr val="E2E8F0"/>
                      </a:solidFill>
                      <a:prstDash val="solid"/>
                    </a:lnL>
                    <a:solidFill>
                      <a:srgbClr val="F7F9FB"/>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Flat-cut aluminium, final grade verified before release</a:t>
                      </a:r>
                      <a:endParaRPr sz="1400" u="none" strike="noStrike" cap="none"/>
                    </a:p>
                  </a:txBody>
                  <a:tcPr marL="38100" marR="38100" marT="19050" marB="19050" anchor="ctr">
                    <a:lnR w="9525" cmpd="sng">
                      <a:solidFill>
                        <a:srgbClr val="E2E8F0"/>
                      </a:solidFill>
                      <a:prstDash val="solid"/>
                    </a:lnR>
                    <a:solidFill>
                      <a:srgbClr val="F7F9FB"/>
                    </a:solidFill>
                  </a:tcPr>
                </a:tc>
              </a:tr>
              <a:tr h="577225">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Shafts, hubs and bearing seats</a:t>
                      </a:r>
                      <a:endParaRPr sz="1400" u="none" strike="noStrike" cap="none"/>
                    </a:p>
                  </a:txBody>
                  <a:tcPr marL="38100" marR="38100" marT="19050" marB="19050" anchor="ctr">
                    <a:lnL w="9525" cmpd="sng">
                      <a:solidFill>
                        <a:srgbClr val="E2E8F0"/>
                      </a:solidFill>
                      <a:prstDash val="solid"/>
                    </a:lnL>
                    <a:solidFill>
                      <a:srgbClr val="FFFFFF"/>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Metal shafts and hubs. Adapt thrust seats to 51100 bearings, 10 × 24 × 9 mm.</a:t>
                      </a:r>
                      <a:endParaRPr sz="1400" u="none" strike="noStrike" cap="none"/>
                    </a:p>
                  </a:txBody>
                  <a:tcPr marL="38100" marR="38100" marT="19050" marB="19050" anchor="ctr">
                    <a:lnR w="9525" cmpd="sng">
                      <a:solidFill>
                        <a:srgbClr val="E2E8F0"/>
                      </a:solidFill>
                      <a:prstDash val="solid"/>
                    </a:lnR>
                    <a:solidFill>
                      <a:srgbClr val="FFFFFF"/>
                    </a:solidFill>
                  </a:tcPr>
                </a:tc>
              </a:tr>
              <a:tr h="577225">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Trays, covers and sensor mounts</a:t>
                      </a:r>
                      <a:endParaRPr sz="1400" u="none" strike="noStrike" cap="none"/>
                    </a:p>
                  </a:txBody>
                  <a:tcPr marL="38100" marR="38100" marT="19050" marB="19050" anchor="ctr">
                    <a:lnL w="9525" cmpd="sng">
                      <a:solidFill>
                        <a:srgbClr val="E2E8F0"/>
                      </a:solidFill>
                      <a:prstDash val="solid"/>
                    </a:lnL>
                    <a:solidFill>
                      <a:srgbClr val="F7F9FB"/>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PETG printing for low loads and repairability</a:t>
                      </a:r>
                      <a:endParaRPr sz="1400" u="none" strike="noStrike" cap="none"/>
                    </a:p>
                  </a:txBody>
                  <a:tcPr marL="38100" marR="38100" marT="19050" marB="19050" anchor="ctr">
                    <a:lnR w="9525" cmpd="sng">
                      <a:solidFill>
                        <a:srgbClr val="E2E8F0"/>
                      </a:solidFill>
                      <a:prstDash val="solid"/>
                    </a:lnR>
                    <a:solidFill>
                      <a:srgbClr val="F7F9FB"/>
                    </a:solidFill>
                  </a:tcPr>
                </a:tc>
              </a:tr>
              <a:tr h="577225">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Elastic elements / tyre trials</a:t>
                      </a:r>
                      <a:endParaRPr sz="1400" u="none" strike="noStrike" cap="none"/>
                    </a:p>
                  </a:txBody>
                  <a:tcPr marL="38100" marR="38100" marT="19050" marB="19050" anchor="ctr">
                    <a:lnL w="9525" cmpd="sng">
                      <a:solidFill>
                        <a:srgbClr val="E2E8F0"/>
                      </a:solidFill>
                      <a:prstDash val="solid"/>
                    </a:lnL>
                    <a:lnB w="9525" cmpd="sng">
                      <a:solidFill>
                        <a:srgbClr val="E2E8F0"/>
                      </a:solidFill>
                      <a:prstDash val="solid"/>
                    </a:lnB>
                    <a:solidFill>
                      <a:srgbClr val="FFFFFF"/>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TPU or cut elastomer, force/creep tests required</a:t>
                      </a:r>
                      <a:endParaRPr sz="1400" u="none" strike="noStrike" cap="none"/>
                    </a:p>
                  </a:txBody>
                  <a:tcPr marL="38100" marR="38100" marT="19050" marB="19050" anchor="ctr">
                    <a:lnR w="9525" cmpd="sng">
                      <a:solidFill>
                        <a:srgbClr val="E2E8F0"/>
                      </a:solidFill>
                      <a:prstDash val="solid"/>
                    </a:lnR>
                    <a:lnB w="9525" cmpd="sng">
                      <a:solidFill>
                        <a:srgbClr val="E2E8F0"/>
                      </a:solidFill>
                      <a:prstDash val="solid"/>
                    </a:lnB>
                    <a:solidFill>
                      <a:srgbClr val="FFFFFF"/>
                    </a:solidFill>
                  </a:tcPr>
                </a:tc>
              </a:tr>
            </a:tbl>
          </a:graphicData>
        </a:graphic>
      </p:graphicFrame>
      <p:sp>
        <p:nvSpPr>
          <p:cNvPr id="212" name="Google Shape;212;p19">
            <a:extLst xmlns:a="http://schemas.openxmlformats.org/drawingml/2006/main">
              <a:ext uri="{FF2B5EF4-FFF2-40B4-BE49-F238E27FC236}">
                <a16:creationId xmlns:a16="http://schemas.microsoft.com/office/drawing/2014/main" id="{B67F8243-908E-43FF-9AB8-E8438B9E4F27}"/>
              </a:ext>
            </a:extLst>
          </p:cNvPr>
          <p:cNvSpPr>
            <a:spLocks xmlns:a="http://schemas.openxmlformats.org/drawingml/2006/main" noGrp="1"/>
          </p:cNvSpPr>
          <p:nvPr/>
        </p:nvSpPr>
        <p:spPr>
          <a:xfrm xmlns:a="http://schemas.openxmlformats.org/drawingml/2006/main">
            <a:off x="571500" y="4933950"/>
            <a:ext cx="52387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1" i="0" u="none" strike="noStrike" cap="none">
                <a:solidFill>
                  <a:srgbClr val="334155"/>
                </a:solidFill>
                <a:latin typeface="Inter"/>
                <a:ea typeface="Inter"/>
                <a:cs typeface="Inter"/>
              </a:rPr>
              <a:t>Critical locations: suspension-pivot shaft, bearing seats, ball-link ends, cable anchors and preload-nut supports.</a:t>
            </a:r>
            <a:endParaRPr sz="1400" b="0" i="0" u="none" strike="noStrike" cap="none">
              <a:solidFill>
                <a:srgbClr val="000000"/>
              </a:solidFill>
              <a:latin typeface="Arial"/>
              <a:ea typeface="Arial"/>
              <a:cs typeface="Arial"/>
            </a:endParaRPr>
          </a:p>
        </p:txBody>
      </p:sp>
      <p:sp>
        <p:nvSpPr>
          <p:cNvPr id="213" name="Google Shape;213;p19">
            <a:extLst xmlns:a="http://schemas.openxmlformats.org/drawingml/2006/main">
              <a:ext uri="{FF2B5EF4-FFF2-40B4-BE49-F238E27FC236}">
                <a16:creationId xmlns:a16="http://schemas.microsoft.com/office/drawing/2014/main" id="{286C1CAF-D5C1-4EA7-9F23-5E442475BB04}"/>
              </a:ext>
            </a:extLst>
          </p:cNvPr>
          <p:cNvSpPr>
            <a:spLocks xmlns:a="http://schemas.openxmlformats.org/drawingml/2006/main" noGrp="1"/>
          </p:cNvSpPr>
          <p:nvPr/>
        </p:nvSpPr>
        <p:spPr>
          <a:xfrm xmlns:a="http://schemas.openxmlformats.org/drawingml/2006/main">
            <a:off x="6334125" y="4933950"/>
            <a:ext cx="523875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Stock: 3 kg PETG and 1 kg TPU. Aluminium: 7.128 kg sheet/plate + 1.018 kg hub bar = 8.146 kg raw stock.</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5407111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0" name="Google Shape;230;p20">
            <a:extLst xmlns:a="http://schemas.openxmlformats.org/drawingml/2006/main">
              <a:ext uri="{FF2B5EF4-FFF2-40B4-BE49-F238E27FC236}">
                <a16:creationId xmlns:a16="http://schemas.microsoft.com/office/drawing/2014/main" id="{983465EE-38AB-4F05-AB1C-AB1BAF448A7D}"/>
              </a:ext>
            </a:extLst>
          </p:cNvPr>
          <p:cNvSpPr>
            <a:spLocks xmlns:a="http://schemas.openxmlformats.org/drawingml/2006/main" noGrp="1"/>
          </p:cNvSpPr>
          <p:nvPr/>
        </p:nvSpPr>
        <p:spPr>
          <a:xfrm xmlns:a="http://schemas.openxmlformats.org/drawingml/2006/main">
            <a:off x="571500" y="476250"/>
            <a:ext cx="11601600" cy="388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1E3A8A"/>
                </a:solidFill>
                <a:latin typeface="Poppins"/>
                <a:ea typeface="Poppins"/>
                <a:cs typeface="Poppins"/>
              </a:rPr>
              <a:t>Electronics Schematics &amp; BOM</a:t>
            </a:r>
            <a:endParaRPr sz="1400" b="0" i="0" u="none" strike="noStrike" cap="none">
              <a:solidFill>
                <a:srgbClr val="000000"/>
              </a:solidFill>
              <a:latin typeface="Arial"/>
              <a:ea typeface="Arial"/>
              <a:cs typeface="Arial"/>
            </a:endParaRPr>
          </a:p>
        </p:txBody>
      </p:sp>
      <p:pic>
        <p:nvPicPr>
          <p:cNvPr id="231" name="Google Shape;231;p20">
            <a:extLst xmlns:a="http://schemas.openxmlformats.org/drawingml/2006/main">
              <a:ext uri="{FF2B5EF4-FFF2-40B4-BE49-F238E27FC236}">
                <a16:creationId xmlns:a16="http://schemas.microsoft.com/office/drawing/2014/main" id="{969DEAFE-7349-4DF2-8DFA-44FD12A06F6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3930d2e96944e57">
            <a:alphaModFix/>
          </a:blip>
          <a:srcRect xmlns:a="http://schemas.openxmlformats.org/drawingml/2006/main" l="0" t="0" r="0" b="0"/>
          <a:stretch xmlns:a="http://schemas.openxmlformats.org/drawingml/2006/main"/>
        </p:blipFill>
        <p:spPr>
          <a:xfrm xmlns:a="http://schemas.openxmlformats.org/drawingml/2006/main">
            <a:off x="11095194" y="6280800"/>
            <a:ext cx="1096806" cy="577200"/>
          </a:xfrm>
          <a:prstGeom xmlns:a="http://schemas.openxmlformats.org/drawingml/2006/main" prst="rect">
            <a:avLst/>
          </a:prstGeom>
          <a:ln xmlns:a="http://schemas.openxmlformats.org/drawingml/2006/main">
            <a:noFill/>
          </a:ln>
        </p:spPr>
      </p:pic>
      <p:pic>
        <p:nvPicPr>
          <p:cNvPr id="232" name="Google Shape;232;p20">
            <a:extLst xmlns:a="http://schemas.openxmlformats.org/drawingml/2006/main">
              <a:ext uri="{FF2B5EF4-FFF2-40B4-BE49-F238E27FC236}">
                <a16:creationId xmlns:a16="http://schemas.microsoft.com/office/drawing/2014/main" id="{3D346F7C-499C-4725-AA1D-8852697F7F1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bc0df3508b84468">
            <a:alphaModFix/>
          </a:blip>
          <a:srcRect xmlns:a="http://schemas.openxmlformats.org/drawingml/2006/main" l="14673" t="33074" r="15820" b="44466"/>
          <a:stretch xmlns:a="http://schemas.openxmlformats.org/drawingml/2006/main"/>
        </p:blipFill>
        <p:spPr>
          <a:xfrm xmlns:a="http://schemas.openxmlformats.org/drawingml/2006/main">
            <a:off x="0" y="6280800"/>
            <a:ext cx="1786280" cy="577200"/>
          </a:xfrm>
          <a:prstGeom xmlns:a="http://schemas.openxmlformats.org/drawingml/2006/main" prst="rect">
            <a:avLst/>
          </a:prstGeom>
          <a:ln xmlns:a="http://schemas.openxmlformats.org/drawingml/2006/main">
            <a:noFill/>
          </a:ln>
        </p:spPr>
      </p:pic>
      <p:sp>
        <p:nvSpPr>
          <p:cNvPr id="229" name="Google Shape;229;p20">
            <a:extLst xmlns:a="http://schemas.openxmlformats.org/drawingml/2006/main">
              <a:ext uri="{FF2B5EF4-FFF2-40B4-BE49-F238E27FC236}">
                <a16:creationId xmlns:a16="http://schemas.microsoft.com/office/drawing/2014/main" id="{B01A3C11-BDD4-42B2-861C-83E195D3C164}"/>
              </a:ext>
            </a:extLst>
          </p:cNvPr>
          <p:cNvSpPr>
            <a:spLocks xmlns:a="http://schemas.openxmlformats.org/drawingml/2006/main" noGrp="1"/>
          </p:cNvSpPr>
          <p:nvPr/>
        </p:nvSpPr>
        <p:spPr>
          <a:xfrm xmlns:a="http://schemas.openxmlformats.org/drawingml/2006/main">
            <a:off x="571500" y="1362075"/>
            <a:ext cx="1905000" cy="714375"/>
          </a:xfrm>
          <a:prstGeom xmlns:a="http://schemas.openxmlformats.org/drawingml/2006/main" prst="rect">
            <a:avLst/>
          </a:prstGeom>
          <a:solidFill xmlns:a="http://schemas.openxmlformats.org/drawingml/2006/main">
            <a:srgbClr val="FFFFFF"/>
          </a:solidFill>
          <a:ln xmlns:a="http://schemas.openxmlformats.org/drawingml/2006/main" w="10475" cap="flat" cmpd="sng">
            <a:solidFill>
              <a:srgbClr val="0284C7"/>
            </a:solidFill>
            <a:prstDash val="solid"/>
            <a:round/>
            <a:headEnd type="none" w="sm" len="sm"/>
            <a:tailEnd type="none" w="sm" len="sm"/>
          </a:ln>
        </p:spPr>
        <p:txBody>
          <a:bodyPr xmlns:a="http://schemas.openxmlformats.org/drawingml/2006/main" spcFirstLastPara="1" wrap="square" lIns="76200" tIns="76200" rIns="76200" bIns="762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3S LiPo pack</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11.1 V nominal</a:t>
            </a:r>
            <a:endParaRPr sz="1400" b="0" i="0" u="none" strike="noStrike" cap="none">
              <a:solidFill>
                <a:srgbClr val="000000"/>
              </a:solidFill>
              <a:latin typeface="Arial"/>
              <a:ea typeface="Arial"/>
              <a:cs typeface="Arial"/>
            </a:endParaRPr>
          </a:p>
        </p:txBody>
      </p:sp>
      <p:sp>
        <p:nvSpPr>
          <p:cNvPr id="223" name="Google Shape;223;p20">
            <a:extLst xmlns:a="http://schemas.openxmlformats.org/drawingml/2006/main">
              <a:ext uri="{FF2B5EF4-FFF2-40B4-BE49-F238E27FC236}">
                <a16:creationId xmlns:a16="http://schemas.microsoft.com/office/drawing/2014/main" id="{11AA0BAE-369C-4259-811C-43A09847A691}"/>
              </a:ext>
            </a:extLst>
          </p:cNvPr>
          <p:cNvSpPr>
            <a:spLocks xmlns:a="http://schemas.openxmlformats.org/drawingml/2006/main" noGrp="1"/>
          </p:cNvSpPr>
          <p:nvPr/>
        </p:nvSpPr>
        <p:spPr>
          <a:xfrm xmlns:a="http://schemas.openxmlformats.org/drawingml/2006/main">
            <a:off x="2952750" y="1362075"/>
            <a:ext cx="1714500" cy="714375"/>
          </a:xfrm>
          <a:prstGeom xmlns:a="http://schemas.openxmlformats.org/drawingml/2006/main" prst="rect">
            <a:avLst/>
          </a:prstGeom>
          <a:solidFill xmlns:a="http://schemas.openxmlformats.org/drawingml/2006/main">
            <a:srgbClr val="FFFFFF"/>
          </a:solidFill>
          <a:ln xmlns:a="http://schemas.openxmlformats.org/drawingml/2006/main" w="10475" cap="flat" cmpd="sng">
            <a:solidFill>
              <a:srgbClr val="0284C7"/>
            </a:solidFill>
            <a:prstDash val="solid"/>
            <a:round/>
            <a:headEnd type="none" w="sm" len="sm"/>
            <a:tailEnd type="none" w="sm" len="sm"/>
          </a:ln>
        </p:spPr>
        <p:txBody>
          <a:bodyPr xmlns:a="http://schemas.openxmlformats.org/drawingml/2006/main" spcFirstLastPara="1" wrap="square" lIns="76200" tIns="76200" rIns="76200" bIns="762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Fuse / isolator</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INA219 sense path</a:t>
            </a:r>
            <a:endParaRPr sz="1400" b="0" i="0" u="none" strike="noStrike" cap="none">
              <a:solidFill>
                <a:srgbClr val="000000"/>
              </a:solidFill>
              <a:latin typeface="Arial"/>
              <a:ea typeface="Arial"/>
              <a:cs typeface="Arial"/>
            </a:endParaRPr>
          </a:p>
        </p:txBody>
      </p:sp>
      <p:sp>
        <p:nvSpPr>
          <p:cNvPr id="225" name="Google Shape;225;p20">
            <a:extLst xmlns:a="http://schemas.openxmlformats.org/drawingml/2006/main">
              <a:ext uri="{FF2B5EF4-FFF2-40B4-BE49-F238E27FC236}">
                <a16:creationId xmlns:a16="http://schemas.microsoft.com/office/drawing/2014/main" id="{A7898B4D-0B4E-4618-AE6D-A00DBAA4B2E9}"/>
              </a:ext>
            </a:extLst>
          </p:cNvPr>
          <p:cNvSpPr>
            <a:spLocks xmlns:a="http://schemas.openxmlformats.org/drawingml/2006/main" noGrp="1"/>
          </p:cNvSpPr>
          <p:nvPr/>
        </p:nvSpPr>
        <p:spPr>
          <a:xfrm xmlns:a="http://schemas.openxmlformats.org/drawingml/2006/main">
            <a:off x="5143500" y="1362075"/>
            <a:ext cx="2095500" cy="714375"/>
          </a:xfrm>
          <a:prstGeom xmlns:a="http://schemas.openxmlformats.org/drawingml/2006/main" prst="rect">
            <a:avLst/>
          </a:prstGeom>
          <a:solidFill xmlns:a="http://schemas.openxmlformats.org/drawingml/2006/main">
            <a:srgbClr val="FFFFFF"/>
          </a:solidFill>
          <a:ln xmlns:a="http://schemas.openxmlformats.org/drawingml/2006/main" w="10475" cap="flat" cmpd="sng">
            <a:solidFill>
              <a:srgbClr val="0284C7"/>
            </a:solidFill>
            <a:prstDash val="solid"/>
            <a:round/>
            <a:headEnd type="none" w="sm" len="sm"/>
            <a:tailEnd type="none" w="sm" len="sm"/>
          </a:ln>
        </p:spPr>
        <p:txBody>
          <a:bodyPr xmlns:a="http://schemas.openxmlformats.org/drawingml/2006/main" spcFirstLastPara="1" wrap="square" lIns="76200" tIns="76200" rIns="76200" bIns="762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NC E-stop</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Motor-power relay</a:t>
            </a:r>
            <a:endParaRPr sz="1400" b="0" i="0" u="none" strike="noStrike" cap="none">
              <a:solidFill>
                <a:srgbClr val="000000"/>
              </a:solidFill>
              <a:latin typeface="Arial"/>
              <a:ea typeface="Arial"/>
              <a:cs typeface="Arial"/>
            </a:endParaRPr>
          </a:p>
        </p:txBody>
      </p:sp>
      <p:sp>
        <p:nvSpPr>
          <p:cNvPr id="226" name="Google Shape;226;p20">
            <a:extLst xmlns:a="http://schemas.openxmlformats.org/drawingml/2006/main">
              <a:ext uri="{FF2B5EF4-FFF2-40B4-BE49-F238E27FC236}">
                <a16:creationId xmlns:a16="http://schemas.microsoft.com/office/drawing/2014/main" id="{F01EB349-8ECB-4FDB-8F96-6799804B7ED9}"/>
              </a:ext>
            </a:extLst>
          </p:cNvPr>
          <p:cNvSpPr>
            <a:spLocks xmlns:a="http://schemas.openxmlformats.org/drawingml/2006/main" noGrp="1"/>
          </p:cNvSpPr>
          <p:nvPr/>
        </p:nvSpPr>
        <p:spPr>
          <a:xfrm xmlns:a="http://schemas.openxmlformats.org/drawingml/2006/main">
            <a:off x="7715250" y="1362075"/>
            <a:ext cx="3905250" cy="714375"/>
          </a:xfrm>
          <a:prstGeom xmlns:a="http://schemas.openxmlformats.org/drawingml/2006/main" prst="rect">
            <a:avLst/>
          </a:prstGeom>
          <a:solidFill xmlns:a="http://schemas.openxmlformats.org/drawingml/2006/main">
            <a:srgbClr val="FFFFFF"/>
          </a:solidFill>
          <a:ln xmlns:a="http://schemas.openxmlformats.org/drawingml/2006/main" w="10475" cap="flat" cmpd="sng">
            <a:solidFill>
              <a:srgbClr val="0284C7"/>
            </a:solidFill>
            <a:prstDash val="solid"/>
            <a:round/>
            <a:headEnd type="none" w="sm" len="sm"/>
            <a:tailEnd type="none" w="sm" len="sm"/>
          </a:ln>
        </p:spPr>
        <p:txBody>
          <a:bodyPr xmlns:a="http://schemas.openxmlformats.org/drawingml/2006/main" spcFirstLastPara="1" wrap="square" lIns="76200" tIns="76200" rIns="76200" bIns="762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4 BTS7960 boards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4 wheel-drive motors</a:t>
            </a:r>
            <a:endParaRPr sz="1400" b="0" i="0" u="none" strike="noStrike" cap="none">
              <a:solidFill>
                <a:srgbClr val="000000"/>
              </a:solidFill>
              <a:latin typeface="Arial"/>
              <a:ea typeface="Arial"/>
              <a:cs typeface="Arial"/>
            </a:endParaRPr>
          </a:p>
        </p:txBody>
      </p:sp>
      <p:sp>
        <p:nvSpPr>
          <p:cNvPr id="220" name="Google Shape;220;p20">
            <a:extLst xmlns:a="http://schemas.openxmlformats.org/drawingml/2006/main">
              <a:ext uri="{FF2B5EF4-FFF2-40B4-BE49-F238E27FC236}">
                <a16:creationId xmlns:a16="http://schemas.microsoft.com/office/drawing/2014/main" id="{0CBE04CC-9F25-4869-9955-6A12F6CC5C65}"/>
              </a:ext>
            </a:extLst>
          </p:cNvPr>
          <p:cNvSpPr>
            <a:spLocks xmlns:a="http://schemas.openxmlformats.org/drawingml/2006/main" noGrp="1"/>
          </p:cNvSpPr>
          <p:nvPr/>
        </p:nvSpPr>
        <p:spPr>
          <a:xfrm xmlns:a="http://schemas.openxmlformats.org/drawingml/2006/main">
            <a:off x="5143500" y="2552700"/>
            <a:ext cx="2095500" cy="742950"/>
          </a:xfrm>
          <a:prstGeom xmlns:a="http://schemas.openxmlformats.org/drawingml/2006/main" prst="rect">
            <a:avLst/>
          </a:prstGeom>
          <a:solidFill xmlns:a="http://schemas.openxmlformats.org/drawingml/2006/main">
            <a:srgbClr val="FFFFFF"/>
          </a:solidFill>
          <a:ln xmlns:a="http://schemas.openxmlformats.org/drawingml/2006/main" w="10475" cap="flat" cmpd="sng">
            <a:solidFill>
              <a:srgbClr val="087C82"/>
            </a:solidFill>
            <a:prstDash val="solid"/>
            <a:round/>
            <a:headEnd type="none" w="sm" len="sm"/>
            <a:tailEnd type="none" w="sm" len="sm"/>
          </a:ln>
        </p:spPr>
        <p:txBody>
          <a:bodyPr xmlns:a="http://schemas.openxmlformats.org/drawingml/2006/main" spcFirstLastPara="1" wrap="square" lIns="76200" tIns="76200" rIns="76200" bIns="762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5 V / 3.3 V regulation</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Teensy 4.0 + Pico</a:t>
            </a:r>
            <a:endParaRPr sz="1400" b="0" i="0" u="none" strike="noStrike" cap="none">
              <a:solidFill>
                <a:srgbClr val="000000"/>
              </a:solidFill>
              <a:latin typeface="Arial"/>
              <a:ea typeface="Arial"/>
              <a:cs typeface="Arial"/>
            </a:endParaRPr>
          </a:p>
        </p:txBody>
      </p:sp>
      <p:sp>
        <p:nvSpPr>
          <p:cNvPr id="221" name="Google Shape;221;p20">
            <a:extLst xmlns:a="http://schemas.openxmlformats.org/drawingml/2006/main">
              <a:ext uri="{FF2B5EF4-FFF2-40B4-BE49-F238E27FC236}">
                <a16:creationId xmlns:a16="http://schemas.microsoft.com/office/drawing/2014/main" id="{6FC99200-5F45-4536-9ABE-79AF9B755099}"/>
              </a:ext>
            </a:extLst>
          </p:cNvPr>
          <p:cNvSpPr>
            <a:spLocks xmlns:a="http://schemas.openxmlformats.org/drawingml/2006/main" noGrp="1"/>
          </p:cNvSpPr>
          <p:nvPr/>
        </p:nvSpPr>
        <p:spPr>
          <a:xfrm xmlns:a="http://schemas.openxmlformats.org/drawingml/2006/main">
            <a:off x="7715250" y="2552700"/>
            <a:ext cx="3905250" cy="742950"/>
          </a:xfrm>
          <a:prstGeom xmlns:a="http://schemas.openxmlformats.org/drawingml/2006/main" prst="rect">
            <a:avLst/>
          </a:prstGeom>
          <a:solidFill xmlns:a="http://schemas.openxmlformats.org/drawingml/2006/main">
            <a:srgbClr val="FFFFFF"/>
          </a:solidFill>
          <a:ln xmlns:a="http://schemas.openxmlformats.org/drawingml/2006/main" w="10475" cap="flat" cmpd="sng">
            <a:solidFill>
              <a:srgbClr val="087C82"/>
            </a:solidFill>
            <a:prstDash val="solid"/>
            <a:round/>
            <a:headEnd type="none" w="sm" len="sm"/>
            <a:tailEnd type="none" w="sm" len="sm"/>
          </a:ln>
        </p:spPr>
        <p:txBody>
          <a:bodyPr xmlns:a="http://schemas.openxmlformats.org/drawingml/2006/main" spcFirstLastPara="1" wrap="square" lIns="76200" tIns="76200" rIns="76200" bIns="762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6 PCA9685 / 6 preload servos</a:t>
            </a:r>
            <a:endParaRPr sz="1400" b="0" i="0" u="none" strike="noStrike" cap="none">
              <a:solidFill>
                <a:srgbClr val="000000"/>
              </a:solidFill>
              <a:latin typeface="Arial"/>
              <a:ea typeface="Arial"/>
              <a:cs typeface="Arial"/>
            </a:endParaRPr>
          </a:p>
          <a:p xmlns:a="http://schemas.openxmlformats.org/drawingml/2006/main">
            <a:pPr marL="0" marR="0" lvl="0" indent="0" algn="ctr">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Sensors, one OE-28 and SD</a:t>
            </a:r>
            <a:endParaRPr sz="1400" b="0" i="0" u="none" strike="noStrike" cap="none">
              <a:solidFill>
                <a:srgbClr val="000000"/>
              </a:solidFill>
              <a:latin typeface="Arial"/>
              <a:ea typeface="Arial"/>
              <a:cs typeface="Arial"/>
            </a:endParaRPr>
          </a:p>
        </p:txBody>
      </p:sp>
      <p:graphicFrame>
        <p:nvGraphicFramePr>
          <p:cNvPr id="233" name="Google Shape;233;p20">
            <a:extLst xmlns:a="http://schemas.openxmlformats.org/drawingml/2006/main">
              <a:ext uri="{FF2B5EF4-FFF2-40B4-BE49-F238E27FC236}">
                <a16:creationId xmlns:a16="http://schemas.microsoft.com/office/drawing/2014/main" id="{2722CC64-79FD-4D65-BCDD-230C5FB78AB2}"/>
              </a:ext>
            </a:extLst>
          </p:cNvPr>
          <p:cNvGraphicFramePr/>
          <p:nvPr/>
        </p:nvGraphicFramePr>
        <p:xfrm>
          <a:off xmlns:a="http://schemas.openxmlformats.org/drawingml/2006/main" x="571500" y="3638550"/>
          <a:ext xmlns:a="http://schemas.openxmlformats.org/drawingml/2006/main" cx="3000000" cy="3000000"/>
        </p:xfrm>
        <a:graphic xmlns:a="http://schemas.openxmlformats.org/drawingml/2006/main">
          <a:graphicData uri="http://schemas.openxmlformats.org/drawingml/2006/table">
            <a:tbl>
              <a:tblPr>
                <a:tableStyleId>{62ED9BA4-4FA7-4FEF-9CD9-25A31C81FDAC}</a:tableStyleId>
              </a:tblPr>
              <a:tblGrid>
                <a:gridCol w="2857500"/>
                <a:gridCol w="8191500"/>
              </a:tblGrid>
              <a:tr h="352425">
                <a:tc>
                  <a:txBody>
                    <a:bodyPr/>
                    <a:lstStyle/>
                    <a:p>
                      <a:pPr marL="0" marR="0" lvl="0" indent="0" algn="l">
                        <a:lnSpc>
                          <a:spcPct val="100000"/>
                        </a:lnSpc>
                        <a:spcBef>
                          <a:spcPts val="0"/>
                        </a:spcBef>
                        <a:spcAft>
                          <a:spcPts val="0"/>
                        </a:spcAft>
                        <a:buClr>
                          <a:srgbClr val="000000"/>
                        </a:buClr>
                        <a:buSzPts val="1088"/>
                        <a:buFont typeface="Arial"/>
                        <a:buNone/>
                      </a:pPr>
                      <a:r>
                        <a:rPr sz="1088" b="1" u="none" strike="noStrike" cap="none">
                          <a:solidFill>
                            <a:srgbClr val="334155"/>
                          </a:solidFill>
                          <a:latin typeface="Inter"/>
                          <a:ea typeface="Inter"/>
                          <a:cs typeface="Inter"/>
                        </a:rPr>
                        <a:t>Interface</a:t>
                      </a:r>
                      <a:endParaRPr sz="1400" u="none" strike="noStrike" cap="none"/>
                    </a:p>
                  </a:txBody>
                  <a:tcPr marL="38100" marR="38100" marT="19050" marB="19050" anchor="ctr">
                    <a:lnL w="9525" cmpd="sng">
                      <a:solidFill>
                        <a:srgbClr val="E2E8F0"/>
                      </a:solidFill>
                      <a:prstDash val="solid"/>
                    </a:lnL>
                    <a:lnT w="9525" cmpd="sng">
                      <a:solidFill>
                        <a:srgbClr val="E2E8F0"/>
                      </a:solidFill>
                      <a:prstDash val="solid"/>
                    </a:lnT>
                    <a:solidFill>
                      <a:srgbClr val="E2E8F0"/>
                    </a:solidFill>
                  </a:tcPr>
                </a:tc>
                <a:tc>
                  <a:txBody>
                    <a:bodyPr/>
                    <a:lstStyle/>
                    <a:p>
                      <a:pPr marL="0" marR="0" lvl="0" indent="0" algn="l">
                        <a:lnSpc>
                          <a:spcPct val="100000"/>
                        </a:lnSpc>
                        <a:spcBef>
                          <a:spcPts val="0"/>
                        </a:spcBef>
                        <a:spcAft>
                          <a:spcPts val="0"/>
                        </a:spcAft>
                        <a:buClr>
                          <a:srgbClr val="000000"/>
                        </a:buClr>
                        <a:buSzPts val="1088"/>
                        <a:buFont typeface="Arial"/>
                        <a:buNone/>
                      </a:pPr>
                      <a:r>
                        <a:rPr sz="1088" b="1" u="none" strike="noStrike" cap="none">
                          <a:solidFill>
                            <a:srgbClr val="334155"/>
                          </a:solidFill>
                          <a:latin typeface="Inter"/>
                          <a:ea typeface="Inter"/>
                          <a:cs typeface="Inter"/>
                        </a:rPr>
                        <a:t>Pin / channel assignment</a:t>
                      </a:r>
                      <a:endParaRPr sz="1400" u="none" strike="noStrike" cap="none"/>
                    </a:p>
                  </a:txBody>
                  <a:tcPr marL="38100" marR="38100" marT="19050" marB="19050" anchor="ctr">
                    <a:lnR w="9525" cmpd="sng">
                      <a:solidFill>
                        <a:srgbClr val="E2E8F0"/>
                      </a:solidFill>
                      <a:prstDash val="solid"/>
                    </a:lnR>
                    <a:lnT w="9525" cmpd="sng">
                      <a:solidFill>
                        <a:srgbClr val="E2E8F0"/>
                      </a:solidFill>
                      <a:prstDash val="solid"/>
                    </a:lnT>
                    <a:solidFill>
                      <a:srgbClr val="E2E8F0"/>
                    </a:solidFill>
                  </a:tcPr>
                </a:tc>
              </a:tr>
              <a:tr h="352425">
                <a:tc>
                  <a:txBody>
                    <a:bodyPr/>
                    <a:lstStyle/>
                    <a:p>
                      <a:pPr marL="0" marR="0" lvl="0" indent="0" algn="l">
                        <a:lnSpc>
                          <a:spcPct val="100000"/>
                        </a:lnSpc>
                        <a:spcBef>
                          <a:spcPts val="0"/>
                        </a:spcBef>
                        <a:spcAft>
                          <a:spcPts val="0"/>
                        </a:spcAft>
                        <a:buClr>
                          <a:srgbClr val="000000"/>
                        </a:buClr>
                        <a:buSzPts val="1088"/>
                        <a:buFont typeface="Arial"/>
                        <a:buNone/>
                      </a:pPr>
                      <a:r>
                        <a:rPr sz="1088" b="0" u="none" strike="noStrike" cap="none">
                          <a:solidFill>
                            <a:srgbClr val="334155"/>
                          </a:solidFill>
                          <a:latin typeface="Inter"/>
                          <a:ea typeface="Inter"/>
                          <a:cs typeface="Inter"/>
                        </a:rPr>
                        <a:t>Wheel drives / encoder</a:t>
                      </a:r>
                      <a:endParaRPr sz="1400" u="none" strike="noStrike" cap="none"/>
                    </a:p>
                  </a:txBody>
                  <a:tcPr marL="38100" marR="38100" marT="19050" marB="19050" anchor="ctr">
                    <a:lnL w="9525" cmpd="sng">
                      <a:solidFill>
                        <a:srgbClr val="E2E8F0"/>
                      </a:solidFill>
                      <a:prstDash val="solid"/>
                    </a:lnL>
                    <a:solidFill>
                      <a:srgbClr val="F7F9FB"/>
                    </a:solidFill>
                  </a:tcPr>
                </a:tc>
                <a:tc>
                  <a:txBody>
                    <a:bodyPr/>
                    <a:lstStyle/>
                    <a:p>
                      <a:pPr marL="0" marR="0" lvl="0" indent="0" algn="l">
                        <a:lnSpc>
                          <a:spcPct val="100000"/>
                        </a:lnSpc>
                        <a:spcBef>
                          <a:spcPts val="0"/>
                        </a:spcBef>
                        <a:spcAft>
                          <a:spcPts val="0"/>
                        </a:spcAft>
                        <a:buClr>
                          <a:srgbClr val="000000"/>
                        </a:buClr>
                        <a:buSzPts val="1088"/>
                        <a:buFont typeface="Arial"/>
                        <a:buNone/>
                      </a:pPr>
                      <a:r>
                        <a:rPr sz="1088" b="0" u="none" strike="noStrike" cap="none">
                          <a:solidFill>
                            <a:srgbClr val="334155"/>
                          </a:solidFill>
                          <a:latin typeface="Inter"/>
                          <a:ea typeface="Inter"/>
                          <a:cs typeface="Inter"/>
                        </a:rPr>
                        <a:t>Pico GP2–9: four RPWM/LPWM pairs. OE-28 A/B: GP10/11.</a:t>
                      </a:r>
                      <a:endParaRPr sz="1400" u="none" strike="noStrike" cap="none"/>
                    </a:p>
                  </a:txBody>
                  <a:tcPr marL="38100" marR="38100" marT="19050" marB="19050" anchor="ctr">
                    <a:lnR w="9525" cmpd="sng">
                      <a:solidFill>
                        <a:srgbClr val="E2E8F0"/>
                      </a:solidFill>
                      <a:prstDash val="solid"/>
                    </a:lnR>
                    <a:solidFill>
                      <a:srgbClr val="F7F9FB"/>
                    </a:solidFill>
                  </a:tcPr>
                </a:tc>
              </a:tr>
              <a:tr h="352425">
                <a:tc>
                  <a:txBody>
                    <a:bodyPr/>
                    <a:lstStyle/>
                    <a:p>
                      <a:pPr marL="0" marR="0" lvl="0" indent="0" algn="l">
                        <a:lnSpc>
                          <a:spcPct val="100000"/>
                        </a:lnSpc>
                        <a:spcBef>
                          <a:spcPts val="0"/>
                        </a:spcBef>
                        <a:spcAft>
                          <a:spcPts val="0"/>
                        </a:spcAft>
                        <a:buClr>
                          <a:srgbClr val="000000"/>
                        </a:buClr>
                        <a:buSzPts val="1088"/>
                        <a:buFont typeface="Arial"/>
                        <a:buNone/>
                      </a:pPr>
                      <a:r>
                        <a:rPr sz="1088" b="0" u="none" strike="noStrike" cap="none">
                          <a:solidFill>
                            <a:srgbClr val="334155"/>
                          </a:solidFill>
                          <a:latin typeface="Inter"/>
                          <a:ea typeface="Inter"/>
                          <a:cs typeface="Inter"/>
                        </a:rPr>
                        <a:t>Controller link / vibration SPI</a:t>
                      </a:r>
                      <a:endParaRPr sz="1400" u="none" strike="noStrike" cap="none"/>
                    </a:p>
                  </a:txBody>
                  <a:tcPr marL="38100" marR="38100" marT="19050" marB="19050" anchor="ctr">
                    <a:lnL w="9525" cmpd="sng">
                      <a:solidFill>
                        <a:srgbClr val="E2E8F0"/>
                      </a:solidFill>
                      <a:prstDash val="solid"/>
                    </a:lnL>
                    <a:solidFill>
                      <a:srgbClr val="FFFFFF"/>
                    </a:solidFill>
                  </a:tcPr>
                </a:tc>
                <a:tc>
                  <a:txBody>
                    <a:bodyPr/>
                    <a:lstStyle/>
                    <a:p>
                      <a:pPr marL="0" marR="0" lvl="0" indent="0" algn="l">
                        <a:lnSpc>
                          <a:spcPct val="100000"/>
                        </a:lnSpc>
                        <a:spcBef>
                          <a:spcPts val="0"/>
                        </a:spcBef>
                        <a:spcAft>
                          <a:spcPts val="0"/>
                        </a:spcAft>
                        <a:buClr>
                          <a:srgbClr val="000000"/>
                        </a:buClr>
                        <a:buSzPts val="1088"/>
                        <a:buFont typeface="Arial"/>
                        <a:buNone/>
                      </a:pPr>
                      <a:r>
                        <a:rPr sz="1088" b="0" u="none" strike="noStrike" cap="none">
                          <a:solidFill>
                            <a:srgbClr val="334155"/>
                          </a:solidFill>
                          <a:latin typeface="Inter"/>
                          <a:ea typeface="Inter"/>
                          <a:cs typeface="Inter"/>
                        </a:rPr>
                        <a:t>Pico UART0 GP0/1 to Teensy Serial1 0/1. SPI 13/11/12; ADXL CS2/3/4, SD CS5.</a:t>
                      </a:r>
                      <a:endParaRPr sz="1400" u="none" strike="noStrike" cap="none"/>
                    </a:p>
                  </a:txBody>
                  <a:tcPr marL="38100" marR="38100" marT="19050" marB="19050" anchor="ctr">
                    <a:lnR w="9525" cmpd="sng">
                      <a:solidFill>
                        <a:srgbClr val="E2E8F0"/>
                      </a:solidFill>
                      <a:prstDash val="solid"/>
                    </a:lnR>
                    <a:solidFill>
                      <a:srgbClr val="FFFFFF"/>
                    </a:solidFill>
                  </a:tcPr>
                </a:tc>
              </a:tr>
              <a:tr h="352425">
                <a:tc>
                  <a:txBody>
                    <a:bodyPr/>
                    <a:lstStyle/>
                    <a:p>
                      <a:pPr marL="0" marR="0" lvl="0" indent="0" algn="l">
                        <a:lnSpc>
                          <a:spcPct val="100000"/>
                        </a:lnSpc>
                        <a:spcBef>
                          <a:spcPts val="0"/>
                        </a:spcBef>
                        <a:spcAft>
                          <a:spcPts val="0"/>
                        </a:spcAft>
                        <a:buClr>
                          <a:srgbClr val="000000"/>
                        </a:buClr>
                        <a:buSzPts val="1088"/>
                        <a:buFont typeface="Arial"/>
                        <a:buNone/>
                      </a:pPr>
                      <a:r>
                        <a:rPr sz="1088" b="0" u="none" strike="noStrike" cap="none">
                          <a:solidFill>
                            <a:srgbClr val="334155"/>
                          </a:solidFill>
                          <a:latin typeface="Inter"/>
                          <a:ea typeface="Inter"/>
                          <a:cs typeface="Inter"/>
                        </a:rPr>
                        <a:t>Preload servo commands</a:t>
                      </a:r>
                      <a:endParaRPr sz="1400" u="none" strike="noStrike" cap="none"/>
                    </a:p>
                  </a:txBody>
                  <a:tcPr marL="38100" marR="38100" marT="19050" marB="19050" anchor="ctr">
                    <a:lnL w="9525" cmpd="sng">
                      <a:solidFill>
                        <a:srgbClr val="E2E8F0"/>
                      </a:solidFill>
                      <a:prstDash val="solid"/>
                    </a:lnL>
                    <a:solidFill>
                      <a:srgbClr val="F7F9FB"/>
                    </a:solidFill>
                  </a:tcPr>
                </a:tc>
                <a:tc>
                  <a:txBody>
                    <a:bodyPr/>
                    <a:lstStyle/>
                    <a:p>
                      <a:pPr marL="0" marR="0" lvl="0" indent="0" algn="l">
                        <a:lnSpc>
                          <a:spcPct val="100000"/>
                        </a:lnSpc>
                        <a:spcBef>
                          <a:spcPts val="0"/>
                        </a:spcBef>
                        <a:spcAft>
                          <a:spcPts val="0"/>
                        </a:spcAft>
                        <a:buClr>
                          <a:srgbClr val="000000"/>
                        </a:buClr>
                        <a:buSzPts val="1088"/>
                        <a:buFont typeface="Arial"/>
                        <a:buNone/>
                      </a:pPr>
                      <a:r>
                        <a:rPr sz="1088" b="0" u="none" strike="noStrike" cap="none">
                          <a:solidFill>
                            <a:srgbClr val="334155"/>
                          </a:solidFill>
                          <a:latin typeface="Inter"/>
                          <a:ea typeface="Inter"/>
                          <a:cs typeface="Inter"/>
                        </a:rPr>
                        <a:t>Six PCA9685: 0x40, 0x42–0x46. CH0 on each board, 50 Hz, one servo per joint.</a:t>
                      </a:r>
                      <a:endParaRPr sz="1400" u="none" strike="noStrike" cap="none"/>
                    </a:p>
                  </a:txBody>
                  <a:tcPr marL="38100" marR="38100" marT="19050" marB="19050" anchor="ctr">
                    <a:lnR w="9525" cmpd="sng">
                      <a:solidFill>
                        <a:srgbClr val="E2E8F0"/>
                      </a:solidFill>
                      <a:prstDash val="solid"/>
                    </a:lnR>
                    <a:solidFill>
                      <a:srgbClr val="F7F9FB"/>
                    </a:solidFill>
                  </a:tcPr>
                </a:tc>
              </a:tr>
              <a:tr h="352425">
                <a:tc>
                  <a:txBody>
                    <a:bodyPr/>
                    <a:lstStyle/>
                    <a:p>
                      <a:pPr marL="0" marR="0" lvl="0" indent="0" algn="l">
                        <a:lnSpc>
                          <a:spcPct val="100000"/>
                        </a:lnSpc>
                        <a:spcBef>
                          <a:spcPts val="0"/>
                        </a:spcBef>
                        <a:spcAft>
                          <a:spcPts val="0"/>
                        </a:spcAft>
                        <a:buClr>
                          <a:srgbClr val="000000"/>
                        </a:buClr>
                        <a:buSzPts val="1088"/>
                        <a:buFont typeface="Arial"/>
                        <a:buNone/>
                      </a:pPr>
                      <a:r>
                        <a:rPr sz="1088" b="0" u="none" strike="noStrike" cap="none">
                          <a:solidFill>
                            <a:srgbClr val="334155"/>
                          </a:solidFill>
                          <a:latin typeface="Inter"/>
                          <a:ea typeface="Inter"/>
                          <a:cs typeface="Inter"/>
                        </a:rPr>
                        <a:t>I²C, limits and locks</a:t>
                      </a:r>
                      <a:endParaRPr sz="1400" u="none" strike="noStrike" cap="none"/>
                    </a:p>
                  </a:txBody>
                  <a:tcPr marL="38100" marR="38100" marT="19050" marB="19050" anchor="ctr">
                    <a:lnL w="9525" cmpd="sng">
                      <a:solidFill>
                        <a:srgbClr val="E2E8F0"/>
                      </a:solidFill>
                      <a:prstDash val="solid"/>
                    </a:lnL>
                    <a:solidFill>
                      <a:srgbClr val="FFFFFF"/>
                    </a:solidFill>
                  </a:tcPr>
                </a:tc>
                <a:tc>
                  <a:txBody>
                    <a:bodyPr/>
                    <a:lstStyle/>
                    <a:p>
                      <a:pPr marL="0" marR="0" lvl="0" indent="0" algn="l">
                        <a:lnSpc>
                          <a:spcPct val="100000"/>
                        </a:lnSpc>
                        <a:spcBef>
                          <a:spcPts val="0"/>
                        </a:spcBef>
                        <a:spcAft>
                          <a:spcPts val="0"/>
                        </a:spcAft>
                        <a:buClr>
                          <a:srgbClr val="000000"/>
                        </a:buClr>
                        <a:buSzPts val="1088"/>
                        <a:buFont typeface="Arial"/>
                        <a:buNone/>
                      </a:pPr>
                      <a:r>
                        <a:rPr sz="1088" b="0" u="none" strike="noStrike" cap="none">
                          <a:solidFill>
                            <a:srgbClr val="334155"/>
                          </a:solidFill>
                          <a:latin typeface="Inter"/>
                          <a:ea typeface="Inter"/>
                          <a:cs typeface="Inter"/>
                        </a:rPr>
                        <a:t>Teensy SDA18/SCL19. MCP0x20/21, MPU0x68, INA0x41. 12 NC limits + 6 lock inputs.</a:t>
                      </a:r>
                      <a:endParaRPr sz="1400" u="none" strike="noStrike" cap="none"/>
                    </a:p>
                  </a:txBody>
                  <a:tcPr marL="38100" marR="38100" marT="19050" marB="19050" anchor="ctr">
                    <a:lnR w="9525" cmpd="sng">
                      <a:solidFill>
                        <a:srgbClr val="E2E8F0"/>
                      </a:solidFill>
                      <a:prstDash val="solid"/>
                    </a:lnR>
                    <a:solidFill>
                      <a:srgbClr val="FFFFFF"/>
                    </a:solidFill>
                  </a:tcPr>
                </a:tc>
              </a:tr>
              <a:tr h="352425">
                <a:tc>
                  <a:txBody>
                    <a:bodyPr/>
                    <a:lstStyle/>
                    <a:p>
                      <a:pPr marL="0" marR="0" lvl="0" indent="0" algn="l">
                        <a:lnSpc>
                          <a:spcPct val="100000"/>
                        </a:lnSpc>
                        <a:spcBef>
                          <a:spcPts val="0"/>
                        </a:spcBef>
                        <a:spcAft>
                          <a:spcPts val="0"/>
                        </a:spcAft>
                        <a:buClr>
                          <a:srgbClr val="000000"/>
                        </a:buClr>
                        <a:buSzPts val="1088"/>
                        <a:buFont typeface="Arial"/>
                        <a:buNone/>
                      </a:pPr>
                      <a:r>
                        <a:rPr sz="1088" b="0" u="none" strike="noStrike" cap="none">
                          <a:solidFill>
                            <a:srgbClr val="334155"/>
                          </a:solidFill>
                          <a:latin typeface="Inter"/>
                          <a:ea typeface="Inter"/>
                          <a:cs typeface="Inter"/>
                        </a:rPr>
                        <a:t>Analog feedback / disable</a:t>
                      </a:r>
                      <a:endParaRPr sz="1400" u="none" strike="noStrike" cap="none"/>
                    </a:p>
                  </a:txBody>
                  <a:tcPr marL="38100" marR="38100" marT="19050" marB="19050" anchor="ctr">
                    <a:lnL w="9525" cmpd="sng">
                      <a:solidFill>
                        <a:srgbClr val="E2E8F0"/>
                      </a:solidFill>
                      <a:prstDash val="solid"/>
                    </a:lnL>
                    <a:lnB w="9525" cmpd="sng">
                      <a:solidFill>
                        <a:srgbClr val="E2E8F0"/>
                      </a:solidFill>
                      <a:prstDash val="solid"/>
                    </a:lnB>
                    <a:solidFill>
                      <a:srgbClr val="F7F9FB"/>
                    </a:solidFill>
                  </a:tcPr>
                </a:tc>
                <a:tc>
                  <a:txBody>
                    <a:bodyPr/>
                    <a:lstStyle/>
                    <a:p>
                      <a:pPr marL="0" marR="0" lvl="0" indent="0" algn="l">
                        <a:lnSpc>
                          <a:spcPct val="100000"/>
                        </a:lnSpc>
                        <a:spcBef>
                          <a:spcPts val="0"/>
                        </a:spcBef>
                        <a:spcAft>
                          <a:spcPts val="0"/>
                        </a:spcAft>
                        <a:buClr>
                          <a:srgbClr val="000000"/>
                        </a:buClr>
                        <a:buSzPts val="1088"/>
                        <a:buFont typeface="Arial"/>
                        <a:buNone/>
                      </a:pPr>
                      <a:r>
                        <a:rPr sz="1088" b="0" u="none" strike="noStrike" cap="none">
                          <a:solidFill>
                            <a:srgbClr val="334155"/>
                          </a:solidFill>
                          <a:latin typeface="Inter"/>
                          <a:ea typeface="Inter"/>
                          <a:cs typeface="Inter"/>
                        </a:rPr>
                        <a:t>Teensy A0/A1: 8 driver diagnostics + 6 Hall inputs. Pins 6/7: driver buffer / PCA disable.</a:t>
                      </a:r>
                      <a:endParaRPr sz="1400" u="none" strike="noStrike" cap="none"/>
                    </a:p>
                  </a:txBody>
                  <a:tcPr marL="38100" marR="38100" marT="19050" marB="19050" anchor="ctr">
                    <a:lnR w="9525" cmpd="sng">
                      <a:solidFill>
                        <a:srgbClr val="E2E8F0"/>
                      </a:solidFill>
                      <a:prstDash val="solid"/>
                    </a:lnR>
                    <a:lnB w="9525" cmpd="sng">
                      <a:solidFill>
                        <a:srgbClr val="E2E8F0"/>
                      </a:solidFill>
                      <a:prstDash val="solid"/>
                    </a:lnB>
                    <a:solidFill>
                      <a:srgbClr val="F7F9FB"/>
                    </a:solidFill>
                  </a:tcPr>
                </a:tc>
              </a:tr>
            </a:tbl>
          </a:graphicData>
        </a:graphic>
      </p:graphicFrame>
      <p:cxnSp>
        <p:nvCxnSpPr>
          <p:cNvPr id="235" name="">
            <a:extLst xmlns:a="http://schemas.openxmlformats.org/drawingml/2006/main">
              <a:ext uri="{FF2B5EF4-FFF2-40B4-BE49-F238E27FC236}">
                <a16:creationId xmlns:a16="http://schemas.microsoft.com/office/drawing/2014/main" id="{7A7C4A35-0485-4B12-9F47-9D404A8F342A}"/>
              </a:ext>
            </a:extLst>
          </p:cNvPr>
          <p:cNvCxnSpPr/>
          <p:nvPr/>
        </p:nvCxnSpPr>
        <p:spPr>
          <a:xfrm xmlns:a="http://schemas.openxmlformats.org/drawingml/2006/main" flipH="0" flipV="0">
            <a:off x="2476500" y="1719263"/>
            <a:ext cx="476250" cy="0"/>
          </a:xfrm>
          <a:prstGeom xmlns:a="http://schemas.openxmlformats.org/drawingml/2006/main" prst="straightConnector1">
            <a:avLst/>
          </a:prstGeom>
          <a:ln xmlns:a="http://schemas.openxmlformats.org/drawingml/2006/main" w="7620">
            <a:solidFill>
              <a:srgbClr val="64748B"/>
            </a:solidFill>
            <a:tailEnd type="triangle" w="sm" len="sm"/>
          </a:ln>
        </p:spPr>
      </p:cxnSp>
      <p:cxnSp>
        <p:nvCxnSpPr>
          <p:cNvPr id="236" name="">
            <a:extLst xmlns:a="http://schemas.openxmlformats.org/drawingml/2006/main">
              <a:ext uri="{FF2B5EF4-FFF2-40B4-BE49-F238E27FC236}">
                <a16:creationId xmlns:a16="http://schemas.microsoft.com/office/drawing/2014/main" id="{7D98C539-F852-4683-AD07-66087CC52932}"/>
              </a:ext>
            </a:extLst>
          </p:cNvPr>
          <p:cNvCxnSpPr/>
          <p:nvPr/>
        </p:nvCxnSpPr>
        <p:spPr>
          <a:xfrm xmlns:a="http://schemas.openxmlformats.org/drawingml/2006/main" flipH="0" flipV="0">
            <a:off x="4667250" y="1719263"/>
            <a:ext cx="476250" cy="0"/>
          </a:xfrm>
          <a:prstGeom xmlns:a="http://schemas.openxmlformats.org/drawingml/2006/main" prst="straightConnector1">
            <a:avLst/>
          </a:prstGeom>
          <a:ln xmlns:a="http://schemas.openxmlformats.org/drawingml/2006/main" w="7620">
            <a:solidFill>
              <a:srgbClr val="64748B"/>
            </a:solidFill>
            <a:tailEnd type="triangle" w="sm" len="sm"/>
          </a:ln>
        </p:spPr>
      </p:cxnSp>
      <p:cxnSp>
        <p:nvCxnSpPr>
          <p:cNvPr id="237" name="">
            <a:extLst xmlns:a="http://schemas.openxmlformats.org/drawingml/2006/main">
              <a:ext uri="{FF2B5EF4-FFF2-40B4-BE49-F238E27FC236}">
                <a16:creationId xmlns:a16="http://schemas.microsoft.com/office/drawing/2014/main" id="{F49A9F8A-845E-44CB-9CB0-B5A98C045A72}"/>
              </a:ext>
            </a:extLst>
          </p:cNvPr>
          <p:cNvCxnSpPr/>
          <p:nvPr/>
        </p:nvCxnSpPr>
        <p:spPr>
          <a:xfrm xmlns:a="http://schemas.openxmlformats.org/drawingml/2006/main" flipH="0" flipV="0">
            <a:off x="7239000" y="1719263"/>
            <a:ext cx="476250" cy="0"/>
          </a:xfrm>
          <a:prstGeom xmlns:a="http://schemas.openxmlformats.org/drawingml/2006/main" prst="straightConnector1">
            <a:avLst/>
          </a:prstGeom>
          <a:ln xmlns:a="http://schemas.openxmlformats.org/drawingml/2006/main" w="7620">
            <a:solidFill>
              <a:srgbClr val="64748B"/>
            </a:solidFill>
            <a:tailEnd type="triangle" w="sm" len="sm"/>
          </a:ln>
        </p:spPr>
      </p:cxnSp>
      <p:cxnSp>
        <p:nvCxnSpPr>
          <p:cNvPr id="238" name="">
            <a:extLst xmlns:a="http://schemas.openxmlformats.org/drawingml/2006/main">
              <a:ext uri="{FF2B5EF4-FFF2-40B4-BE49-F238E27FC236}">
                <a16:creationId xmlns:a16="http://schemas.microsoft.com/office/drawing/2014/main" id="{A1F4E967-3C52-476C-AE3F-8F233FF3B3A7}"/>
              </a:ext>
            </a:extLst>
          </p:cNvPr>
          <p:cNvCxnSpPr/>
          <p:nvPr/>
        </p:nvCxnSpPr>
        <p:spPr>
          <a:xfrm xmlns:a="http://schemas.openxmlformats.org/drawingml/2006/main" flipH="0" flipV="0">
            <a:off x="6191250" y="2076450"/>
            <a:ext cx="0" cy="476250"/>
          </a:xfrm>
          <a:prstGeom xmlns:a="http://schemas.openxmlformats.org/drawingml/2006/main" prst="straightConnector1">
            <a:avLst/>
          </a:prstGeom>
          <a:ln xmlns:a="http://schemas.openxmlformats.org/drawingml/2006/main" w="7620">
            <a:solidFill>
              <a:srgbClr val="64748B"/>
            </a:solidFill>
            <a:tailEnd type="triangle" w="sm" len="sm"/>
          </a:ln>
        </p:spPr>
      </p:cxnSp>
      <p:cxnSp>
        <p:nvCxnSpPr>
          <p:cNvPr id="239" name="">
            <a:extLst xmlns:a="http://schemas.openxmlformats.org/drawingml/2006/main">
              <a:ext uri="{FF2B5EF4-FFF2-40B4-BE49-F238E27FC236}">
                <a16:creationId xmlns:a16="http://schemas.microsoft.com/office/drawing/2014/main" id="{225B6B29-8043-4EBB-B266-7B9982E0FA67}"/>
              </a:ext>
            </a:extLst>
          </p:cNvPr>
          <p:cNvCxnSpPr/>
          <p:nvPr/>
        </p:nvCxnSpPr>
        <p:spPr>
          <a:xfrm xmlns:a="http://schemas.openxmlformats.org/drawingml/2006/main" flipH="0" flipV="0">
            <a:off x="7239000" y="2924175"/>
            <a:ext cx="476250" cy="0"/>
          </a:xfrm>
          <a:prstGeom xmlns:a="http://schemas.openxmlformats.org/drawingml/2006/main" prst="straightConnector1">
            <a:avLst/>
          </a:prstGeom>
          <a:ln xmlns:a="http://schemas.openxmlformats.org/drawingml/2006/main" w="7620">
            <a:solidFill>
              <a:srgbClr val="64748B"/>
            </a:solidFill>
            <a:tailEnd type="triangle" w="sm" len="sm"/>
          </a:ln>
        </p:spPr>
      </p:cxnSp>
    </p:spTree>
    <p:extLst>
      <p:ext uri="{BB962C8B-B14F-4D97-AF65-F5344CB8AC3E}">
        <p14:creationId xmlns:p14="http://schemas.microsoft.com/office/powerpoint/2010/main" val="202429051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0" name="Google Shape;240;p21">
            <a:extLst xmlns:a="http://schemas.openxmlformats.org/drawingml/2006/main">
              <a:ext uri="{FF2B5EF4-FFF2-40B4-BE49-F238E27FC236}">
                <a16:creationId xmlns:a16="http://schemas.microsoft.com/office/drawing/2014/main" id="{1DF24F81-25E7-4D24-8C81-4D98C0C472B2}"/>
              </a:ext>
            </a:extLst>
          </p:cNvPr>
          <p:cNvSpPr>
            <a:spLocks xmlns:a="http://schemas.openxmlformats.org/drawingml/2006/main" noGrp="1"/>
          </p:cNvSpPr>
          <p:nvPr/>
        </p:nvSpPr>
        <p:spPr>
          <a:xfrm xmlns:a="http://schemas.openxmlformats.org/drawingml/2006/main">
            <a:off x="571500" y="476250"/>
            <a:ext cx="11601600" cy="388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1E3A8A"/>
                </a:solidFill>
                <a:latin typeface="Poppins"/>
                <a:ea typeface="Poppins"/>
                <a:cs typeface="Poppins"/>
              </a:rPr>
              <a:t>Electronics Schematics &amp; BOM</a:t>
            </a:r>
            <a:endParaRPr sz="1400" b="0" i="0" u="none" strike="noStrike" cap="none">
              <a:solidFill>
                <a:srgbClr val="000000"/>
              </a:solidFill>
              <a:latin typeface="Arial"/>
              <a:ea typeface="Arial"/>
              <a:cs typeface="Arial"/>
            </a:endParaRPr>
          </a:p>
        </p:txBody>
      </p:sp>
      <p:pic>
        <p:nvPicPr>
          <p:cNvPr id="241" name="Google Shape;241;p21">
            <a:extLst xmlns:a="http://schemas.openxmlformats.org/drawingml/2006/main">
              <a:ext uri="{FF2B5EF4-FFF2-40B4-BE49-F238E27FC236}">
                <a16:creationId xmlns:a16="http://schemas.microsoft.com/office/drawing/2014/main" id="{C13D0223-A0EF-48A2-B093-9D1B88B1707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cdc0ff2d27c4816">
            <a:alphaModFix/>
          </a:blip>
          <a:srcRect xmlns:a="http://schemas.openxmlformats.org/drawingml/2006/main" l="0" t="0" r="0" b="0"/>
          <a:stretch xmlns:a="http://schemas.openxmlformats.org/drawingml/2006/main"/>
        </p:blipFill>
        <p:spPr>
          <a:xfrm xmlns:a="http://schemas.openxmlformats.org/drawingml/2006/main">
            <a:off x="11095194" y="6280800"/>
            <a:ext cx="1096806" cy="577200"/>
          </a:xfrm>
          <a:prstGeom xmlns:a="http://schemas.openxmlformats.org/drawingml/2006/main" prst="rect">
            <a:avLst/>
          </a:prstGeom>
          <a:ln xmlns:a="http://schemas.openxmlformats.org/drawingml/2006/main">
            <a:noFill/>
          </a:ln>
        </p:spPr>
      </p:pic>
      <p:pic>
        <p:nvPicPr>
          <p:cNvPr id="242" name="Google Shape;242;p21">
            <a:extLst xmlns:a="http://schemas.openxmlformats.org/drawingml/2006/main">
              <a:ext uri="{FF2B5EF4-FFF2-40B4-BE49-F238E27FC236}">
                <a16:creationId xmlns:a16="http://schemas.microsoft.com/office/drawing/2014/main" id="{42A05278-47E1-4FA1-997E-9D33E1064F1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afd53d3d18f4af8">
            <a:alphaModFix/>
          </a:blip>
          <a:srcRect xmlns:a="http://schemas.openxmlformats.org/drawingml/2006/main" l="14673" t="33074" r="15820" b="44466"/>
          <a:stretch xmlns:a="http://schemas.openxmlformats.org/drawingml/2006/main"/>
        </p:blipFill>
        <p:spPr>
          <a:xfrm xmlns:a="http://schemas.openxmlformats.org/drawingml/2006/main">
            <a:off x="0" y="6280800"/>
            <a:ext cx="1786280" cy="577200"/>
          </a:xfrm>
          <a:prstGeom xmlns:a="http://schemas.openxmlformats.org/drawingml/2006/main" prst="rect">
            <a:avLst/>
          </a:prstGeom>
          <a:ln xmlns:a="http://schemas.openxmlformats.org/drawingml/2006/main">
            <a:noFill/>
          </a:ln>
        </p:spPr>
      </p:pic>
      <p:sp>
        <p:nvSpPr>
          <p:cNvPr id="243" name="Google Shape;243;p21">
            <a:extLst xmlns:a="http://schemas.openxmlformats.org/drawingml/2006/main">
              <a:ext uri="{FF2B5EF4-FFF2-40B4-BE49-F238E27FC236}">
                <a16:creationId xmlns:a16="http://schemas.microsoft.com/office/drawing/2014/main" id="{3D49CD19-F487-49C8-A09F-4BCA59644713}"/>
              </a:ext>
            </a:extLst>
          </p:cNvPr>
          <p:cNvSpPr>
            <a:spLocks xmlns:a="http://schemas.openxmlformats.org/drawingml/2006/main" noGrp="1"/>
          </p:cNvSpPr>
          <p:nvPr/>
        </p:nvSpPr>
        <p:spPr>
          <a:xfrm xmlns:a="http://schemas.openxmlformats.org/drawingml/2006/main">
            <a:off x="571500" y="1028700"/>
            <a:ext cx="6953250" cy="2762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1" i="0" u="none" strike="noStrike" cap="none">
                <a:solidFill>
                  <a:srgbClr val="087C82"/>
                </a:solidFill>
                <a:latin typeface="Inter"/>
                <a:ea typeface="Inter"/>
                <a:cs typeface="Inter"/>
              </a:rPr>
              <a:t>Supplied BOM total: ₹44,069.06</a:t>
            </a:r>
            <a:endParaRPr/>
          </a:p>
        </p:txBody>
      </p:sp>
      <p:sp>
        <p:nvSpPr>
          <p:cNvPr id="244" name="Google Shape;244;p21">
            <a:extLst xmlns:a="http://schemas.openxmlformats.org/drawingml/2006/main">
              <a:ext uri="{FF2B5EF4-FFF2-40B4-BE49-F238E27FC236}">
                <a16:creationId xmlns:a16="http://schemas.microsoft.com/office/drawing/2014/main" id="{6A67B7EE-7AEF-45F6-9C8D-A6A4E2532074}"/>
              </a:ext>
            </a:extLst>
          </p:cNvPr>
          <p:cNvSpPr>
            <a:spLocks xmlns:a="http://schemas.openxmlformats.org/drawingml/2006/main" noGrp="1"/>
          </p:cNvSpPr>
          <p:nvPr/>
        </p:nvSpPr>
        <p:spPr>
          <a:xfrm xmlns:a="http://schemas.openxmlformats.org/drawingml/2006/main">
            <a:off x="9382125" y="1047750"/>
            <a:ext cx="2238375"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0" i="0" u="sng" strike="noStrike" cap="none">
                <a:solidFill>
                  <a:schemeClr val="hlink"/>
                </a:solidFill>
                <a:latin typeface="Inter"/>
                <a:ea typeface="Inter"/>
                <a:cs typeface="Inter"/>
                <a:hlinkClick xmlns:r="http://schemas.openxmlformats.org/officeDocument/2006/relationships" r:id="Rac515a31826d4c71"/>
              </a:rPr>
              <a:t>Full source BOM</a:t>
            </a:r>
            <a:endParaRPr/>
          </a:p>
        </p:txBody>
      </p:sp>
      <p:graphicFrame>
        <p:nvGraphicFramePr>
          <p:cNvPr id="246" name="Google Shape;246;p21">
            <a:extLst xmlns:a="http://schemas.openxmlformats.org/drawingml/2006/main">
              <a:ext uri="{FF2B5EF4-FFF2-40B4-BE49-F238E27FC236}">
                <a16:creationId xmlns:a16="http://schemas.microsoft.com/office/drawing/2014/main" id="{B74A9C1A-80FC-4984-89D2-06BCC84A4A84}"/>
              </a:ext>
            </a:extLst>
          </p:cNvPr>
          <p:cNvGraphicFramePr/>
          <p:nvPr/>
        </p:nvGraphicFramePr>
        <p:xfrm>
          <a:off xmlns:a="http://schemas.openxmlformats.org/drawingml/2006/main" x="571500" y="1552575"/>
          <a:ext xmlns:a="http://schemas.openxmlformats.org/drawingml/2006/main" cx="3000000" cy="3000000"/>
        </p:xfrm>
        <a:graphic xmlns:a="http://schemas.openxmlformats.org/drawingml/2006/main">
          <a:graphicData uri="http://schemas.openxmlformats.org/drawingml/2006/table">
            <a:tbl>
              <a:tblPr>
                <a:tableStyleId>{1D44F60F-1B31-471E-8E92-73FA4CAC00C5}</a:tableStyleId>
              </a:tblPr>
              <a:tblGrid>
                <a:gridCol w="2190750"/>
                <a:gridCol w="342900"/>
                <a:gridCol w="666750"/>
                <a:gridCol w="714375"/>
                <a:gridCol w="857250"/>
                <a:gridCol w="609600"/>
              </a:tblGrid>
              <a:tr h="200450">
                <a:tc>
                  <a:txBody>
                    <a:bodyPr/>
                    <a:lstStyle/>
                    <a:p>
                      <a:pPr marL="0" marR="0" lvl="0" indent="0" algn="l">
                        <a:lnSpc>
                          <a:spcPct val="100000"/>
                        </a:lnSpc>
                        <a:spcBef>
                          <a:spcPts val="0"/>
                        </a:spcBef>
                        <a:spcAft>
                          <a:spcPts val="0"/>
                        </a:spcAft>
                        <a:buClr>
                          <a:srgbClr val="000000"/>
                        </a:buClr>
                        <a:buSzPts val="975"/>
                        <a:buFont typeface="Arial"/>
                        <a:buNone/>
                      </a:pPr>
                      <a:r>
                        <a:rPr sz="975" b="1" u="none" strike="noStrike" cap="none">
                          <a:solidFill>
                            <a:srgbClr val="334155"/>
                          </a:solidFill>
                          <a:latin typeface="Inter"/>
                          <a:ea typeface="Inter"/>
                          <a:cs typeface="Inter"/>
                        </a:rPr>
                        <a:t>Part / model</a:t>
                      </a:r>
                      <a:endParaRPr/>
                    </a:p>
                  </a:txBody>
                  <a:tcPr marL="19050" marR="19050" marT="0" marB="0" anchor="ctr">
                    <a:lnL w="9525" cmpd="sng">
                      <a:solidFill>
                        <a:srgbClr val="E2E8F0"/>
                      </a:solidFill>
                      <a:prstDash val="solid"/>
                    </a:lnL>
                    <a:lnT w="9525" cmpd="sng">
                      <a:solidFill>
                        <a:srgbClr val="E2E8F0"/>
                      </a:solidFill>
                      <a:prstDash val="solid"/>
                    </a:lnT>
                    <a:solidFill>
                      <a:srgbClr val="E2E8F0"/>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1" u="none" strike="noStrike" cap="none">
                          <a:solidFill>
                            <a:srgbClr val="334155"/>
                          </a:solidFill>
                          <a:latin typeface="Inter"/>
                          <a:ea typeface="Inter"/>
                          <a:cs typeface="Inter"/>
                        </a:rPr>
                        <a:t>Qty</a:t>
                      </a:r>
                      <a:endParaRPr/>
                    </a:p>
                  </a:txBody>
                  <a:tcPr marL="9525" marR="9525" marT="0" marB="0" anchor="ctr">
                    <a:lnT w="9525" cmpd="sng">
                      <a:solidFill>
                        <a:srgbClr val="E2E8F0"/>
                      </a:solidFill>
                      <a:prstDash val="solid"/>
                    </a:lnT>
                    <a:solidFill>
                      <a:srgbClr val="E2E8F0"/>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1" u="none" strike="noStrike" cap="none">
                          <a:solidFill>
                            <a:srgbClr val="334155"/>
                          </a:solidFill>
                          <a:latin typeface="Inter"/>
                          <a:ea typeface="Inter"/>
                          <a:cs typeface="Inter"/>
                        </a:rPr>
                        <a:t>Unit ₹</a:t>
                      </a:r>
                      <a:endParaRPr/>
                    </a:p>
                  </a:txBody>
                  <a:tcPr marL="19050" marR="47625" marT="0" marB="0" anchor="ctr">
                    <a:lnT w="9525" cmpd="sng">
                      <a:solidFill>
                        <a:srgbClr val="E2E8F0"/>
                      </a:solidFill>
                      <a:prstDash val="solid"/>
                    </a:lnT>
                    <a:solidFill>
                      <a:srgbClr val="E2E8F0"/>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1" u="none" strike="noStrike" cap="none">
                          <a:solidFill>
                            <a:srgbClr val="334155"/>
                          </a:solidFill>
                          <a:latin typeface="Inter"/>
                          <a:ea typeface="Inter"/>
                          <a:cs typeface="Inter"/>
                        </a:rPr>
                        <a:t>Line ₹</a:t>
                      </a:r>
                      <a:endParaRPr/>
                    </a:p>
                  </a:txBody>
                  <a:tcPr marL="19050" marR="47625" marT="0" marB="0" anchor="ctr">
                    <a:lnT w="9525" cmpd="sng">
                      <a:solidFill>
                        <a:srgbClr val="E2E8F0"/>
                      </a:solidFill>
                      <a:prstDash val="solid"/>
                    </a:lnT>
                    <a:solidFill>
                      <a:srgbClr val="E2E8F0"/>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1" u="none" strike="noStrike" cap="none">
                          <a:solidFill>
                            <a:srgbClr val="334155"/>
                          </a:solidFill>
                          <a:latin typeface="Inter"/>
                          <a:ea typeface="Inter"/>
                          <a:cs typeface="Inter"/>
                        </a:rPr>
                        <a:t>Supplier</a:t>
                      </a:r>
                      <a:endParaRPr/>
                    </a:p>
                  </a:txBody>
                  <a:tcPr marL="47625" marR="19050" marT="0" marB="0" anchor="ctr">
                    <a:lnT w="9525" cmpd="sng">
                      <a:solidFill>
                        <a:srgbClr val="E2E8F0"/>
                      </a:solidFill>
                      <a:prstDash val="solid"/>
                    </a:lnT>
                    <a:solidFill>
                      <a:srgbClr val="E2E8F0"/>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1" u="none" strike="noStrike" cap="none">
                          <a:solidFill>
                            <a:srgbClr val="334155"/>
                          </a:solidFill>
                          <a:latin typeface="Inter"/>
                          <a:ea typeface="Inter"/>
                          <a:cs typeface="Inter"/>
                        </a:rPr>
                        <a:t>Delivery</a:t>
                      </a:r>
                      <a:endParaRPr/>
                    </a:p>
                  </a:txBody>
                  <a:tcPr marL="19050" marR="19050" marT="0" marB="0" anchor="ctr">
                    <a:lnR w="9525" cmpd="sng">
                      <a:solidFill>
                        <a:srgbClr val="E2E8F0"/>
                      </a:solidFill>
                      <a:prstDash val="solid"/>
                    </a:lnR>
                    <a:lnT w="9525" cmpd="sng">
                      <a:solidFill>
                        <a:srgbClr val="E2E8F0"/>
                      </a:solidFill>
                      <a:prstDash val="solid"/>
                    </a:lnT>
                    <a:solidFill>
                      <a:srgbClr val="E2E8F0"/>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Johnson 12 V, 300 rpm motor</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4</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583.00</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2,332.00</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c694b547fdf64adc"/>
                        </a:rPr>
                        <a:t>Robu</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DS3225 preload servo</a:t>
                      </a:r>
                      <a:endParaRPr/>
                    </a:p>
                  </a:txBody>
                  <a:tcPr marL="19050" marR="19050" marT="0" marB="0" anchor="ctr">
                    <a:lnL w="9525" cmpd="sng">
                      <a:solidFill>
                        <a:srgbClr val="E2E8F0"/>
                      </a:solidFill>
                      <a:prstDash val="solid"/>
                    </a:lnL>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6</a:t>
                      </a:r>
                      <a:endParaRPr/>
                    </a:p>
                  </a:txBody>
                  <a:tcPr marL="9525" marR="95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1,409.00</a:t>
                      </a:r>
                      <a:endParaRPr/>
                    </a:p>
                  </a:txBody>
                  <a:tcPr marL="19050" marR="476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8,454.00</a:t>
                      </a:r>
                      <a:endParaRPr/>
                    </a:p>
                  </a:txBody>
                  <a:tcPr marL="19050" marR="47625"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ade70d098b644ab3"/>
                        </a:rPr>
                        <a:t>Robu</a:t>
                      </a:r>
                      <a:endParaRPr/>
                    </a:p>
                  </a:txBody>
                  <a:tcPr marL="47625" marR="19050"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FFFFF"/>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PCA9685 servo driver</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6</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249.00</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1,494.00</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5df1234af941466d"/>
                        </a:rPr>
                        <a:t>Robu</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BTS7960 H-bridge driver</a:t>
                      </a:r>
                      <a:endParaRPr/>
                    </a:p>
                  </a:txBody>
                  <a:tcPr marL="19050" marR="19050" marT="0" marB="0" anchor="ctr">
                    <a:lnL w="9525" cmpd="sng">
                      <a:solidFill>
                        <a:srgbClr val="E2E8F0"/>
                      </a:solidFill>
                      <a:prstDash val="solid"/>
                    </a:lnL>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4</a:t>
                      </a:r>
                      <a:endParaRPr/>
                    </a:p>
                  </a:txBody>
                  <a:tcPr marL="9525" marR="95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329.00</a:t>
                      </a:r>
                      <a:endParaRPr/>
                    </a:p>
                  </a:txBody>
                  <a:tcPr marL="19050" marR="476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1,316.00</a:t>
                      </a:r>
                      <a:endParaRPr/>
                    </a:p>
                  </a:txBody>
                  <a:tcPr marL="19050" marR="47625"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96dce62e0c194865"/>
                        </a:rPr>
                        <a:t>Robu</a:t>
                      </a:r>
                      <a:endParaRPr/>
                    </a:p>
                  </a:txBody>
                  <a:tcPr marL="47625" marR="19050"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FFFFF"/>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Raspberry Pi Pico RP2040</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384.00</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384.00</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8fec526ff9a14d84"/>
                        </a:rPr>
                        <a:t>Robu</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Teensy controller</a:t>
                      </a:r>
                      <a:endParaRPr/>
                    </a:p>
                  </a:txBody>
                  <a:tcPr marL="19050" marR="19050" marT="0" marB="0" anchor="ctr">
                    <a:lnL w="9525" cmpd="sng">
                      <a:solidFill>
                        <a:srgbClr val="E2E8F0"/>
                      </a:solidFill>
                      <a:prstDash val="solid"/>
                    </a:lnL>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2,785.00</a:t>
                      </a:r>
                      <a:endParaRPr/>
                    </a:p>
                  </a:txBody>
                  <a:tcPr marL="19050" marR="476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2,785.00</a:t>
                      </a:r>
                      <a:endParaRPr/>
                    </a:p>
                  </a:txBody>
                  <a:tcPr marL="19050" marR="47625"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8de67ce1d19646a2"/>
                        </a:rPr>
                        <a:t>Robocraze</a:t>
                      </a:r>
                      <a:endParaRPr/>
                    </a:p>
                  </a:txBody>
                  <a:tcPr marL="47625" marR="19050"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FFFFF"/>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ADXL345 accelerometer module</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3</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255.00</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765.00</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0ef3d463c2354b46"/>
                        </a:rPr>
                        <a:t>Robocraze</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MPU6050 sensor module</a:t>
                      </a:r>
                      <a:endParaRPr/>
                    </a:p>
                  </a:txBody>
                  <a:tcPr marL="19050" marR="19050" marT="0" marB="0" anchor="ctr">
                    <a:lnL w="9525" cmpd="sng">
                      <a:solidFill>
                        <a:srgbClr val="E2E8F0"/>
                      </a:solidFill>
                      <a:prstDash val="solid"/>
                    </a:lnL>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173.00</a:t>
                      </a:r>
                      <a:endParaRPr/>
                    </a:p>
                  </a:txBody>
                  <a:tcPr marL="19050" marR="476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173.00</a:t>
                      </a:r>
                      <a:endParaRPr/>
                    </a:p>
                  </a:txBody>
                  <a:tcPr marL="19050" marR="47625"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332eeae232c74274"/>
                        </a:rPr>
                        <a:t>Robokits</a:t>
                      </a:r>
                      <a:endParaRPr/>
                    </a:p>
                  </a:txBody>
                  <a:tcPr marL="47625" marR="19050"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FFFFF"/>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Encoder circuit set</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300.00</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300.00</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Unquoted</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74HCT245 buffer</a:t>
                      </a:r>
                      <a:endParaRPr/>
                    </a:p>
                  </a:txBody>
                  <a:tcPr marL="19050" marR="19050" marT="0" marB="0" anchor="ctr">
                    <a:lnL w="9525" cmpd="sng">
                      <a:solidFill>
                        <a:srgbClr val="E2E8F0"/>
                      </a:solidFill>
                      <a:prstDash val="solid"/>
                    </a:lnL>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4</a:t>
                      </a:r>
                      <a:endParaRPr/>
                    </a:p>
                  </a:txBody>
                  <a:tcPr marL="9525" marR="95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149.00</a:t>
                      </a:r>
                      <a:endParaRPr/>
                    </a:p>
                  </a:txBody>
                  <a:tcPr marL="19050" marR="476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596.00</a:t>
                      </a:r>
                      <a:endParaRPr/>
                    </a:p>
                  </a:txBody>
                  <a:tcPr marL="19050" marR="47625"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2fd08907701945ef"/>
                        </a:rPr>
                        <a:t>Robu</a:t>
                      </a:r>
                      <a:endParaRPr/>
                    </a:p>
                  </a:txBody>
                  <a:tcPr marL="47625" marR="19050"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FFFFF"/>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MCP23017 I/O expander</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332.00</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664.00</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903dc0898ffd4684"/>
                        </a:rPr>
                        <a:t>FlyRobo</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CD74HC4067 analog mux</a:t>
                      </a:r>
                      <a:endParaRPr/>
                    </a:p>
                  </a:txBody>
                  <a:tcPr marL="19050" marR="19050" marT="0" marB="0" anchor="ctr">
                    <a:lnL w="9525" cmpd="sng">
                      <a:solidFill>
                        <a:srgbClr val="E2E8F0"/>
                      </a:solidFill>
                      <a:prstDash val="solid"/>
                    </a:lnL>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a:t>
                      </a:r>
                      <a:endParaRPr/>
                    </a:p>
                  </a:txBody>
                  <a:tcPr marL="9525" marR="95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50.00</a:t>
                      </a:r>
                      <a:endParaRPr/>
                    </a:p>
                  </a:txBody>
                  <a:tcPr marL="19050" marR="476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100.00</a:t>
                      </a:r>
                      <a:endParaRPr/>
                    </a:p>
                  </a:txBody>
                  <a:tcPr marL="19050" marR="47625"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ad4a7f1946804ab2"/>
                        </a:rPr>
                        <a:t>Robu</a:t>
                      </a:r>
                      <a:endParaRPr/>
                    </a:p>
                  </a:txBody>
                  <a:tcPr marL="47625" marR="19050"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FFFFF"/>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Input conditioning circuit set</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400.00</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400.00</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Unquoted</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Linear Hall sensor module</a:t>
                      </a:r>
                      <a:endParaRPr/>
                    </a:p>
                  </a:txBody>
                  <a:tcPr marL="19050" marR="19050" marT="0" marB="0" anchor="ctr">
                    <a:lnL w="9525" cmpd="sng">
                      <a:solidFill>
                        <a:srgbClr val="E2E8F0"/>
                      </a:solidFill>
                      <a:prstDash val="solid"/>
                    </a:lnL>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6</a:t>
                      </a:r>
                      <a:endParaRPr/>
                    </a:p>
                  </a:txBody>
                  <a:tcPr marL="9525" marR="95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40.00</a:t>
                      </a:r>
                      <a:endParaRPr/>
                    </a:p>
                  </a:txBody>
                  <a:tcPr marL="19050" marR="476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240.00</a:t>
                      </a:r>
                      <a:endParaRPr/>
                    </a:p>
                  </a:txBody>
                  <a:tcPr marL="19050" marR="47625"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2e501c88f2ad41d2"/>
                        </a:rPr>
                        <a:t>Robu</a:t>
                      </a:r>
                      <a:endParaRPr/>
                    </a:p>
                  </a:txBody>
                  <a:tcPr marL="47625" marR="19050"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FFFFF"/>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KW11 NC limits, pack of 2</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6</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29.00</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174.00</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2966960e79414338"/>
                        </a:rPr>
                        <a:t>Robu</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SPI microSD reader</a:t>
                      </a:r>
                      <a:endParaRPr/>
                    </a:p>
                  </a:txBody>
                  <a:tcPr marL="19050" marR="19050" marT="0" marB="0" anchor="ctr">
                    <a:lnL w="9525" cmpd="sng">
                      <a:solidFill>
                        <a:srgbClr val="E2E8F0"/>
                      </a:solidFill>
                      <a:prstDash val="solid"/>
                    </a:lnL>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40.00</a:t>
                      </a:r>
                      <a:endParaRPr/>
                    </a:p>
                  </a:txBody>
                  <a:tcPr marL="19050" marR="476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40.00</a:t>
                      </a:r>
                      <a:endParaRPr/>
                    </a:p>
                  </a:txBody>
                  <a:tcPr marL="19050" marR="47625"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a8f4ae12b0244e77"/>
                        </a:rPr>
                        <a:t>FlyRobo</a:t>
                      </a:r>
                      <a:endParaRPr/>
                    </a:p>
                  </a:txBody>
                  <a:tcPr marL="47625" marR="19050"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FFFFF"/>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16 GB Class 10 microSD</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499.00</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499.00</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99242fe6eb844cea"/>
                        </a:rPr>
                        <a:t>Hubtronics</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Li-Po battery</a:t>
                      </a:r>
                      <a:endParaRPr/>
                    </a:p>
                  </a:txBody>
                  <a:tcPr marL="19050" marR="19050" marT="0" marB="0" anchor="ctr">
                    <a:lnL w="9525" cmpd="sng">
                      <a:solidFill>
                        <a:srgbClr val="E2E8F0"/>
                      </a:solidFill>
                      <a:prstDash val="solid"/>
                    </a:lnL>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a:t>
                      </a:r>
                      <a:endParaRPr/>
                    </a:p>
                  </a:txBody>
                  <a:tcPr marL="9525" marR="95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1,700.00</a:t>
                      </a:r>
                      <a:endParaRPr/>
                    </a:p>
                  </a:txBody>
                  <a:tcPr marL="19050" marR="476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3,400.00</a:t>
                      </a:r>
                      <a:endParaRPr/>
                    </a:p>
                  </a:txBody>
                  <a:tcPr marL="19050" marR="47625"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8c86ba06c05843d1"/>
                        </a:rPr>
                        <a:t>Robu</a:t>
                      </a:r>
                      <a:endParaRPr/>
                    </a:p>
                  </a:txBody>
                  <a:tcPr marL="47625" marR="19050"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FFFFF"/>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13.8 V VRLA charger</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249.00</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249.00</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dc43c7a7e1a7453d"/>
                        </a:rPr>
                        <a:t>MakerBazar</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EF40-1A-12V power relay</a:t>
                      </a:r>
                      <a:endParaRPr/>
                    </a:p>
                  </a:txBody>
                  <a:tcPr marL="19050" marR="19050" marT="0" marB="0" anchor="ctr">
                    <a:lnL w="9525" cmpd="sng">
                      <a:solidFill>
                        <a:srgbClr val="E2E8F0"/>
                      </a:solidFill>
                      <a:prstDash val="solid"/>
                    </a:lnL>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76.70</a:t>
                      </a:r>
                      <a:endParaRPr/>
                    </a:p>
                  </a:txBody>
                  <a:tcPr marL="19050" marR="476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76.70</a:t>
                      </a:r>
                      <a:endParaRPr/>
                    </a:p>
                  </a:txBody>
                  <a:tcPr marL="19050" marR="47625"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90482b8f895a4877"/>
                        </a:rPr>
                        <a:t>Rajiv Elec.</a:t>
                      </a:r>
                      <a:endParaRPr/>
                    </a:p>
                  </a:txBody>
                  <a:tcPr marL="47625" marR="19050"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FFFFF"/>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Relay connection set</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70.00</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70.00</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3cce54d83b3144df"/>
                        </a:rPr>
                        <a:t>Rajiv/local</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04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NC emergency-stop switch</a:t>
                      </a:r>
                      <a:endParaRPr/>
                    </a:p>
                  </a:txBody>
                  <a:tcPr marL="19050" marR="19050" marT="0" marB="0" anchor="ctr">
                    <a:lnL w="9525" cmpd="sng">
                      <a:solidFill>
                        <a:srgbClr val="E2E8F0"/>
                      </a:solidFill>
                      <a:prstDash val="solid"/>
                    </a:lnL>
                    <a:lnB w="9525" cmpd="sng">
                      <a:solidFill>
                        <a:srgbClr val="E2E8F0"/>
                      </a:solidFill>
                      <a:prstDash val="solid"/>
                    </a:lnB>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lnB w="9525" cmpd="sng">
                      <a:solidFill>
                        <a:srgbClr val="E2E8F0"/>
                      </a:solidFill>
                      <a:prstDash val="solid"/>
                    </a:lnB>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109.00</a:t>
                      </a:r>
                      <a:endParaRPr/>
                    </a:p>
                  </a:txBody>
                  <a:tcPr marL="19050" marR="47625" marT="0" marB="0" anchor="ctr">
                    <a:lnB w="9525" cmpd="sng">
                      <a:solidFill>
                        <a:srgbClr val="E2E8F0"/>
                      </a:solidFill>
                      <a:prstDash val="solid"/>
                    </a:lnB>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109.00</a:t>
                      </a:r>
                      <a:endParaRPr/>
                    </a:p>
                  </a:txBody>
                  <a:tcPr marL="19050" marR="47625" marT="0" marB="0" anchor="ctr">
                    <a:lnB w="9525" cmpd="sng">
                      <a:solidFill>
                        <a:srgbClr val="E2E8F0"/>
                      </a:solidFill>
                      <a:prstDash val="solid"/>
                    </a:lnB>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179d26bf62784ada"/>
                        </a:rPr>
                        <a:t>Robu</a:t>
                      </a:r>
                      <a:endParaRPr/>
                    </a:p>
                  </a:txBody>
                  <a:tcPr marL="47625" marR="19050" marT="0" marB="0" anchor="ctr">
                    <a:lnB w="9525" cmpd="sng">
                      <a:solidFill>
                        <a:srgbClr val="E2E8F0"/>
                      </a:solidFill>
                      <a:prstDash val="solid"/>
                    </a:lnB>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lnB w="9525" cmpd="sng">
                      <a:solidFill>
                        <a:srgbClr val="E2E8F0"/>
                      </a:solidFill>
                      <a:prstDash val="solid"/>
                    </a:lnB>
                    <a:solidFill>
                      <a:srgbClr val="FFFFFF"/>
                    </a:solidFill>
                  </a:tcPr>
                </a:tc>
              </a:tr>
            </a:tbl>
          </a:graphicData>
        </a:graphic>
      </p:graphicFrame>
      <p:graphicFrame>
        <p:nvGraphicFramePr>
          <p:cNvPr id="247" name="Google Shape;247;p21">
            <a:extLst xmlns:a="http://schemas.openxmlformats.org/drawingml/2006/main">
              <a:ext uri="{FF2B5EF4-FFF2-40B4-BE49-F238E27FC236}">
                <a16:creationId xmlns:a16="http://schemas.microsoft.com/office/drawing/2014/main" id="{9FDADD49-4390-4E7D-AA79-DD5AAF4BE98E}"/>
              </a:ext>
            </a:extLst>
          </p:cNvPr>
          <p:cNvGraphicFramePr/>
          <p:nvPr/>
        </p:nvGraphicFramePr>
        <p:xfrm>
          <a:off xmlns:a="http://schemas.openxmlformats.org/drawingml/2006/main" x="6238875" y="1552575"/>
          <a:ext xmlns:a="http://schemas.openxmlformats.org/drawingml/2006/main" cx="3000000" cy="3000000"/>
        </p:xfrm>
        <a:graphic xmlns:a="http://schemas.openxmlformats.org/drawingml/2006/main">
          <a:graphicData uri="http://schemas.openxmlformats.org/drawingml/2006/table">
            <a:tbl>
              <a:tblPr>
                <a:tableStyleId>{1D44F60F-1B31-471E-8E92-73FA4CAC00C5}</a:tableStyleId>
              </a:tblPr>
              <a:tblGrid>
                <a:gridCol w="2190750"/>
                <a:gridCol w="342900"/>
                <a:gridCol w="666750"/>
                <a:gridCol w="714375"/>
                <a:gridCol w="857250"/>
                <a:gridCol w="609600"/>
              </a:tblGrid>
              <a:tr h="209550">
                <a:tc>
                  <a:txBody>
                    <a:bodyPr/>
                    <a:lstStyle/>
                    <a:p>
                      <a:pPr marL="0" marR="0" lvl="0" indent="0" algn="l">
                        <a:lnSpc>
                          <a:spcPct val="100000"/>
                        </a:lnSpc>
                        <a:spcBef>
                          <a:spcPts val="0"/>
                        </a:spcBef>
                        <a:spcAft>
                          <a:spcPts val="0"/>
                        </a:spcAft>
                        <a:buClr>
                          <a:srgbClr val="000000"/>
                        </a:buClr>
                        <a:buSzPts val="975"/>
                        <a:buFont typeface="Arial"/>
                        <a:buNone/>
                      </a:pPr>
                      <a:r>
                        <a:rPr sz="975" b="1" u="none" strike="noStrike" cap="none">
                          <a:solidFill>
                            <a:srgbClr val="334155"/>
                          </a:solidFill>
                          <a:latin typeface="Inter"/>
                          <a:ea typeface="Inter"/>
                          <a:cs typeface="Inter"/>
                        </a:rPr>
                        <a:t>Part / model</a:t>
                      </a:r>
                      <a:endParaRPr/>
                    </a:p>
                  </a:txBody>
                  <a:tcPr marL="19050" marR="19050" marT="0" marB="0" anchor="ctr">
                    <a:lnL w="9525" cmpd="sng">
                      <a:solidFill>
                        <a:srgbClr val="E2E8F0"/>
                      </a:solidFill>
                      <a:prstDash val="solid"/>
                    </a:lnL>
                    <a:lnT w="9525" cmpd="sng">
                      <a:solidFill>
                        <a:srgbClr val="E2E8F0"/>
                      </a:solidFill>
                      <a:prstDash val="solid"/>
                    </a:lnT>
                    <a:solidFill>
                      <a:srgbClr val="E2E8F0"/>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1" u="none" strike="noStrike" cap="none">
                          <a:solidFill>
                            <a:srgbClr val="334155"/>
                          </a:solidFill>
                          <a:latin typeface="Inter"/>
                          <a:ea typeface="Inter"/>
                          <a:cs typeface="Inter"/>
                        </a:rPr>
                        <a:t>Qty</a:t>
                      </a:r>
                      <a:endParaRPr/>
                    </a:p>
                  </a:txBody>
                  <a:tcPr marL="9525" marR="9525" marT="0" marB="0" anchor="ctr">
                    <a:lnT w="9525" cmpd="sng">
                      <a:solidFill>
                        <a:srgbClr val="E2E8F0"/>
                      </a:solidFill>
                      <a:prstDash val="solid"/>
                    </a:lnT>
                    <a:solidFill>
                      <a:srgbClr val="E2E8F0"/>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1" u="none" strike="noStrike" cap="none">
                          <a:solidFill>
                            <a:srgbClr val="334155"/>
                          </a:solidFill>
                          <a:latin typeface="Inter"/>
                          <a:ea typeface="Inter"/>
                          <a:cs typeface="Inter"/>
                        </a:rPr>
                        <a:t>Unit ₹</a:t>
                      </a:r>
                      <a:endParaRPr/>
                    </a:p>
                  </a:txBody>
                  <a:tcPr marL="19050" marR="47625" marT="0" marB="0" anchor="ctr">
                    <a:lnT w="9525" cmpd="sng">
                      <a:solidFill>
                        <a:srgbClr val="E2E8F0"/>
                      </a:solidFill>
                      <a:prstDash val="solid"/>
                    </a:lnT>
                    <a:solidFill>
                      <a:srgbClr val="E2E8F0"/>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1" u="none" strike="noStrike" cap="none">
                          <a:solidFill>
                            <a:srgbClr val="334155"/>
                          </a:solidFill>
                          <a:latin typeface="Inter"/>
                          <a:ea typeface="Inter"/>
                          <a:cs typeface="Inter"/>
                        </a:rPr>
                        <a:t>Line ₹</a:t>
                      </a:r>
                      <a:endParaRPr/>
                    </a:p>
                  </a:txBody>
                  <a:tcPr marL="19050" marR="47625" marT="0" marB="0" anchor="ctr">
                    <a:lnT w="9525" cmpd="sng">
                      <a:solidFill>
                        <a:srgbClr val="E2E8F0"/>
                      </a:solidFill>
                      <a:prstDash val="solid"/>
                    </a:lnT>
                    <a:solidFill>
                      <a:srgbClr val="E2E8F0"/>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1" u="none" strike="noStrike" cap="none">
                          <a:solidFill>
                            <a:srgbClr val="334155"/>
                          </a:solidFill>
                          <a:latin typeface="Inter"/>
                          <a:ea typeface="Inter"/>
                          <a:cs typeface="Inter"/>
                        </a:rPr>
                        <a:t>Supplier</a:t>
                      </a:r>
                      <a:endParaRPr/>
                    </a:p>
                  </a:txBody>
                  <a:tcPr marL="47625" marR="19050" marT="0" marB="0" anchor="ctr">
                    <a:lnT w="9525" cmpd="sng">
                      <a:solidFill>
                        <a:srgbClr val="E2E8F0"/>
                      </a:solidFill>
                      <a:prstDash val="solid"/>
                    </a:lnT>
                    <a:solidFill>
                      <a:srgbClr val="E2E8F0"/>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1" u="none" strike="noStrike" cap="none">
                          <a:solidFill>
                            <a:srgbClr val="334155"/>
                          </a:solidFill>
                          <a:latin typeface="Inter"/>
                          <a:ea typeface="Inter"/>
                          <a:cs typeface="Inter"/>
                        </a:rPr>
                        <a:t>Delivery</a:t>
                      </a:r>
                      <a:endParaRPr/>
                    </a:p>
                  </a:txBody>
                  <a:tcPr marL="19050" marR="19050" marT="0" marB="0" anchor="ctr">
                    <a:lnR w="9525" cmpd="sng">
                      <a:solidFill>
                        <a:srgbClr val="E2E8F0"/>
                      </a:solidFill>
                      <a:prstDash val="solid"/>
                    </a:lnR>
                    <a:lnT w="9525" cmpd="sng">
                      <a:solidFill>
                        <a:srgbClr val="E2E8F0"/>
                      </a:solidFill>
                      <a:prstDash val="solid"/>
                    </a:lnT>
                    <a:solidFill>
                      <a:srgbClr val="E2E8F0"/>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K800 ring magnet</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29.00</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29.00</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2b27d2a6e1cf439e"/>
                        </a:rPr>
                        <a:t>Robu</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5 V DC/DC regulator</a:t>
                      </a:r>
                      <a:endParaRPr/>
                    </a:p>
                  </a:txBody>
                  <a:tcPr marL="19050" marR="19050" marT="0" marB="0" anchor="ctr">
                    <a:lnL w="9525" cmpd="sng">
                      <a:solidFill>
                        <a:srgbClr val="E2E8F0"/>
                      </a:solidFill>
                      <a:prstDash val="solid"/>
                    </a:lnL>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93.00</a:t>
                      </a:r>
                      <a:endParaRPr/>
                    </a:p>
                  </a:txBody>
                  <a:tcPr marL="19050" marR="476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93.00</a:t>
                      </a:r>
                      <a:endParaRPr/>
                    </a:p>
                  </a:txBody>
                  <a:tcPr marL="19050" marR="47625"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96da873d54af4ce9"/>
                        </a:rPr>
                        <a:t>FlyRobo</a:t>
                      </a:r>
                      <a:endParaRPr/>
                    </a:p>
                  </a:txBody>
                  <a:tcPr marL="47625" marR="19050"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FFFFF"/>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3.3 V regulator set</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50.00</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50.00</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Unquoted</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ESP32-CAM camera</a:t>
                      </a:r>
                      <a:endParaRPr/>
                    </a:p>
                  </a:txBody>
                  <a:tcPr marL="19050" marR="19050" marT="0" marB="0" anchor="ctr">
                    <a:lnL w="9525" cmpd="sng">
                      <a:solidFill>
                        <a:srgbClr val="E2E8F0"/>
                      </a:solidFill>
                      <a:prstDash val="solid"/>
                    </a:lnL>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750.00</a:t>
                      </a:r>
                      <a:endParaRPr/>
                    </a:p>
                  </a:txBody>
                  <a:tcPr marL="19050" marR="476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750.00</a:t>
                      </a:r>
                      <a:endParaRPr/>
                    </a:p>
                  </a:txBody>
                  <a:tcPr marL="19050" marR="47625"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37820aad3f43402b"/>
                        </a:rPr>
                        <a:t>Robocraze</a:t>
                      </a:r>
                      <a:endParaRPr/>
                    </a:p>
                  </a:txBody>
                  <a:tcPr marL="47625" marR="19050"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FFFFF"/>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Power harness set</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900.00</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900.00</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77a289a3b1fa46e3"/>
                        </a:rPr>
                        <a:t>Robu/local</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Signal harness set</a:t>
                      </a:r>
                      <a:endParaRPr/>
                    </a:p>
                  </a:txBody>
                  <a:tcPr marL="19050" marR="19050" marT="0" marB="0" anchor="ctr">
                    <a:lnL w="9525" cmpd="sng">
                      <a:solidFill>
                        <a:srgbClr val="E2E8F0"/>
                      </a:solidFill>
                      <a:prstDash val="solid"/>
                    </a:lnL>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700.00</a:t>
                      </a:r>
                      <a:endParaRPr/>
                    </a:p>
                  </a:txBody>
                  <a:tcPr marL="19050" marR="476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700.00</a:t>
                      </a:r>
                      <a:endParaRPr/>
                    </a:p>
                  </a:txBody>
                  <a:tcPr marL="19050" marR="47625"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813b38a402e84df7"/>
                        </a:rPr>
                        <a:t>ProBots</a:t>
                      </a:r>
                      <a:endParaRPr/>
                    </a:p>
                  </a:txBody>
                  <a:tcPr marL="47625" marR="19050"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FFFFF"/>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NC lock switches, pack of 2</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3</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29.00</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87.00</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70e6cd80eda9465b"/>
                        </a:rPr>
                        <a:t>Robu</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Battery energy measurement kit</a:t>
                      </a:r>
                      <a:endParaRPr/>
                    </a:p>
                  </a:txBody>
                  <a:tcPr marL="19050" marR="19050" marT="0" marB="0" anchor="ctr">
                    <a:lnL w="9525" cmpd="sng">
                      <a:solidFill>
                        <a:srgbClr val="E2E8F0"/>
                      </a:solidFill>
                      <a:prstDash val="solid"/>
                    </a:lnL>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139.00</a:t>
                      </a:r>
                      <a:endParaRPr/>
                    </a:p>
                  </a:txBody>
                  <a:tcPr marL="19050" marR="476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139.00</a:t>
                      </a:r>
                      <a:endParaRPr/>
                    </a:p>
                  </a:txBody>
                  <a:tcPr marL="19050" marR="47625"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a60ad77bda494392"/>
                        </a:rPr>
                        <a:t>Robu</a:t>
                      </a:r>
                      <a:endParaRPr/>
                    </a:p>
                  </a:txBody>
                  <a:tcPr marL="47625" marR="19050"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FFFFF"/>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OE-28 rotary encoder</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500.00</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500.00</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d1aedc86e7724a21"/>
                        </a:rPr>
                        <a:t>Robu</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Aluminium sheet and plate</a:t>
                      </a:r>
                      <a:endParaRPr/>
                    </a:p>
                  </a:txBody>
                  <a:tcPr marL="19050" marR="19050" marT="0" marB="0" anchor="ctr">
                    <a:lnL w="9525" cmpd="sng">
                      <a:solidFill>
                        <a:srgbClr val="E2E8F0"/>
                      </a:solidFill>
                      <a:prstDash val="solid"/>
                    </a:lnL>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3,304.00</a:t>
                      </a:r>
                      <a:endParaRPr/>
                    </a:p>
                  </a:txBody>
                  <a:tcPr marL="19050" marR="476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3,304.00</a:t>
                      </a:r>
                      <a:endParaRPr/>
                    </a:p>
                  </a:txBody>
                  <a:tcPr marL="19050" marR="47625"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23b408bd1ce74802"/>
                        </a:rPr>
                        <a:t>Rajesh Al.</a:t>
                      </a:r>
                      <a:endParaRPr/>
                    </a:p>
                  </a:txBody>
                  <a:tcPr marL="47625" marR="19050"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FFFFF"/>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Aluminium Ø40×300 mm bar</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708.00</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708.00</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8ebc2e05fd6b46a5"/>
                        </a:rPr>
                        <a:t>Rajesh Al.</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Steel and brass stock</a:t>
                      </a:r>
                      <a:endParaRPr/>
                    </a:p>
                  </a:txBody>
                  <a:tcPr marL="19050" marR="19050" marT="0" marB="0" anchor="ctr">
                    <a:lnL w="9525" cmpd="sng">
                      <a:solidFill>
                        <a:srgbClr val="E2E8F0"/>
                      </a:solidFill>
                      <a:prstDash val="solid"/>
                    </a:lnL>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1,534.00</a:t>
                      </a:r>
                      <a:endParaRPr/>
                    </a:p>
                  </a:txBody>
                  <a:tcPr marL="19050" marR="476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1,534.00</a:t>
                      </a:r>
                      <a:endParaRPr/>
                    </a:p>
                  </a:txBody>
                  <a:tcPr marL="19050" marR="47625"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6fdc885b071c4125"/>
                        </a:rPr>
                        <a:t>India stock</a:t>
                      </a:r>
                      <a:endParaRPr/>
                    </a:p>
                  </a:txBody>
                  <a:tcPr marL="47625" marR="19050"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FFFFF"/>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40×20×2 mm lock tube</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206.50</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413.00</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2517412ada764ac1"/>
                        </a:rPr>
                        <a:t>Manish St.</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Polymer stock</a:t>
                      </a:r>
                      <a:endParaRPr/>
                    </a:p>
                  </a:txBody>
                  <a:tcPr marL="19050" marR="19050" marT="0" marB="0" anchor="ctr">
                    <a:lnL w="9525" cmpd="sng">
                      <a:solidFill>
                        <a:srgbClr val="E2E8F0"/>
                      </a:solidFill>
                      <a:prstDash val="solid"/>
                    </a:lnL>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1,062.00</a:t>
                      </a:r>
                      <a:endParaRPr/>
                    </a:p>
                  </a:txBody>
                  <a:tcPr marL="19050" marR="476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1,062.00</a:t>
                      </a:r>
                      <a:endParaRPr/>
                    </a:p>
                  </a:txBody>
                  <a:tcPr marL="19050" marR="47625"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b02dfd64468949e6"/>
                        </a:rPr>
                        <a:t>Robu/local</a:t>
                      </a:r>
                      <a:endParaRPr/>
                    </a:p>
                  </a:txBody>
                  <a:tcPr marL="47625" marR="19050"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FFFFF"/>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PETG 1 kg spool</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3</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798.86</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2,396.58</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b7519385b93a47b3"/>
                        </a:rPr>
                        <a:t>DreamPoly.</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TPU 95A 1 kg spool</a:t>
                      </a:r>
                      <a:endParaRPr/>
                    </a:p>
                  </a:txBody>
                  <a:tcPr marL="19050" marR="19050" marT="0" marB="0" anchor="ctr">
                    <a:lnL w="9525" cmpd="sng">
                      <a:solidFill>
                        <a:srgbClr val="E2E8F0"/>
                      </a:solidFill>
                      <a:prstDash val="solid"/>
                    </a:lnL>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1,414.82</a:t>
                      </a:r>
                      <a:endParaRPr/>
                    </a:p>
                  </a:txBody>
                  <a:tcPr marL="19050" marR="476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1,414.82</a:t>
                      </a:r>
                      <a:endParaRPr/>
                    </a:p>
                  </a:txBody>
                  <a:tcPr marL="19050" marR="47625"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57d9134a70d24492"/>
                        </a:rPr>
                        <a:t>3D Master</a:t>
                      </a:r>
                      <a:endParaRPr/>
                    </a:p>
                  </a:txBody>
                  <a:tcPr marL="47625" marR="19050"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FFFFF"/>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Tension cable and fittings</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944.00</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944.00</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cf89e1f3bef04520"/>
                        </a:rPr>
                        <a:t>EBMP India</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Radial bearing 12×28×8 mm</a:t>
                      </a:r>
                      <a:endParaRPr/>
                    </a:p>
                  </a:txBody>
                  <a:tcPr marL="19050" marR="19050" marT="0" marB="0" anchor="ctr">
                    <a:lnL w="9525" cmpd="sng">
                      <a:solidFill>
                        <a:srgbClr val="E2E8F0"/>
                      </a:solidFill>
                      <a:prstDash val="solid"/>
                    </a:lnL>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24</a:t>
                      </a:r>
                      <a:endParaRPr/>
                    </a:p>
                  </a:txBody>
                  <a:tcPr marL="9525" marR="95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21.00</a:t>
                      </a:r>
                      <a:endParaRPr/>
                    </a:p>
                  </a:txBody>
                  <a:tcPr marL="19050" marR="476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504.00</a:t>
                      </a:r>
                      <a:endParaRPr/>
                    </a:p>
                  </a:txBody>
                  <a:tcPr marL="19050" marR="47625"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edcac216727046f3"/>
                        </a:rPr>
                        <a:t>Omrook</a:t>
                      </a:r>
                      <a:endParaRPr/>
                    </a:p>
                  </a:txBody>
                  <a:tcPr marL="47625" marR="19050"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FFFFF"/>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51100 thrust bearing</a:t>
                      </a:r>
                      <a:endParaRPr/>
                    </a:p>
                  </a:txBody>
                  <a:tcPr marL="19050" marR="19050" marT="0" marB="0" anchor="ctr">
                    <a:lnL w="9525" cmpd="sng">
                      <a:solidFill>
                        <a:srgbClr val="E2E8F0"/>
                      </a:solidFill>
                      <a:prstDash val="solid"/>
                    </a:lnL>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6</a:t>
                      </a:r>
                      <a:endParaRPr/>
                    </a:p>
                  </a:txBody>
                  <a:tcPr marL="9525" marR="95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102.66</a:t>
                      </a:r>
                      <a:endParaRPr/>
                    </a:p>
                  </a:txBody>
                  <a:tcPr marL="19050" marR="47625" marT="0" marB="0" anchor="ctr">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615.96</a:t>
                      </a:r>
                      <a:endParaRPr/>
                    </a:p>
                  </a:txBody>
                  <a:tcPr marL="19050" marR="47625"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9639b3a619644f43"/>
                        </a:rPr>
                        <a:t>Omrook</a:t>
                      </a:r>
                      <a:endParaRPr/>
                    </a:p>
                  </a:txBody>
                  <a:tcPr marL="47625" marR="19050" marT="0" marB="0" anchor="ctr">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7F9FB"/>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M2-M6 fasteners and inserts</a:t>
                      </a:r>
                      <a:endParaRPr/>
                    </a:p>
                  </a:txBody>
                  <a:tcPr marL="19050" marR="19050" marT="0" marB="0" anchor="ctr">
                    <a:lnL w="9525" cmpd="sng">
                      <a:solidFill>
                        <a:srgbClr val="E2E8F0"/>
                      </a:solidFill>
                      <a:prstDash val="solid"/>
                    </a:lnL>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2,832.00</a:t>
                      </a:r>
                      <a:endParaRPr/>
                    </a:p>
                  </a:txBody>
                  <a:tcPr marL="19050" marR="47625" marT="0" marB="0" anchor="ctr">
                    <a:solidFill>
                      <a:srgbClr val="FFFFFF"/>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2,832.00</a:t>
                      </a:r>
                      <a:endParaRPr/>
                    </a:p>
                  </a:txBody>
                  <a:tcPr marL="19050" marR="47625"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3b12435b616545bf"/>
                        </a:rPr>
                        <a:t>Local stock</a:t>
                      </a:r>
                      <a:endParaRPr/>
                    </a:p>
                  </a:txBody>
                  <a:tcPr marL="47625" marR="19050" marT="0" marB="0" anchor="ctr">
                    <a:solidFill>
                      <a:srgbClr val="FFFFFF"/>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solidFill>
                      <a:srgbClr val="FFFFFF"/>
                    </a:solidFill>
                  </a:tcPr>
                </a:tc>
              </a:tr>
              <a:tr h="209550">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Assembly consumables</a:t>
                      </a:r>
                      <a:endParaRPr/>
                    </a:p>
                  </a:txBody>
                  <a:tcPr marL="19050" marR="19050" marT="0" marB="0" anchor="ctr">
                    <a:lnL w="9525" cmpd="sng">
                      <a:solidFill>
                        <a:srgbClr val="E2E8F0"/>
                      </a:solidFill>
                      <a:prstDash val="solid"/>
                    </a:lnL>
                    <a:lnB w="9525" cmpd="sng">
                      <a:solidFill>
                        <a:srgbClr val="E2E8F0"/>
                      </a:solidFill>
                      <a:prstDash val="solid"/>
                    </a:lnB>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1</a:t>
                      </a:r>
                      <a:endParaRPr/>
                    </a:p>
                  </a:txBody>
                  <a:tcPr marL="9525" marR="9525" marT="0" marB="0" anchor="ctr">
                    <a:lnB w="9525" cmpd="sng">
                      <a:solidFill>
                        <a:srgbClr val="E2E8F0"/>
                      </a:solidFill>
                      <a:prstDash val="solid"/>
                    </a:lnB>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472.00</a:t>
                      </a:r>
                      <a:endParaRPr/>
                    </a:p>
                  </a:txBody>
                  <a:tcPr marL="19050" marR="47625" marT="0" marB="0" anchor="ctr">
                    <a:lnB w="9525" cmpd="sng">
                      <a:solidFill>
                        <a:srgbClr val="E2E8F0"/>
                      </a:solidFill>
                      <a:prstDash val="solid"/>
                    </a:lnB>
                    <a:solidFill>
                      <a:srgbClr val="F7F9FB"/>
                    </a:solidFill>
                  </a:tcPr>
                </a:tc>
                <a:tc>
                  <a:txBody>
                    <a:bodyPr/>
                    <a:lstStyle/>
                    <a:p>
                      <a:pPr marL="0" marR="0" lvl="0" indent="0" algn="r">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472.00</a:t>
                      </a:r>
                      <a:endParaRPr/>
                    </a:p>
                  </a:txBody>
                  <a:tcPr marL="19050" marR="47625" marT="0" marB="0" anchor="ctr">
                    <a:lnB w="9525" cmpd="sng">
                      <a:solidFill>
                        <a:srgbClr val="E2E8F0"/>
                      </a:solidFill>
                      <a:prstDash val="solid"/>
                    </a:lnB>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sng" strike="noStrike" cap="none">
                          <a:solidFill>
                            <a:schemeClr val="hlink"/>
                          </a:solidFill>
                          <a:latin typeface="Inter"/>
                          <a:ea typeface="Inter"/>
                          <a:cs typeface="Inter"/>
                          <a:hlinkClick xmlns:r="http://schemas.openxmlformats.org/officeDocument/2006/relationships" r:id="R7916c8e79385492d"/>
                        </a:rPr>
                        <a:t>Joy Guru</a:t>
                      </a:r>
                      <a:endParaRPr/>
                    </a:p>
                  </a:txBody>
                  <a:tcPr marL="47625" marR="19050" marT="0" marB="0" anchor="ctr">
                    <a:lnB w="9525" cmpd="sng">
                      <a:solidFill>
                        <a:srgbClr val="E2E8F0"/>
                      </a:solidFill>
                      <a:prstDash val="solid"/>
                    </a:lnB>
                    <a:solidFill>
                      <a:srgbClr val="F7F9FB"/>
                    </a:solidFill>
                  </a:tcPr>
                </a:tc>
                <a:tc>
                  <a:txBody>
                    <a:bodyPr/>
                    <a:lstStyle/>
                    <a:p>
                      <a:pPr marL="0" marR="0" lvl="0" indent="0" algn="l">
                        <a:lnSpc>
                          <a:spcPct val="100000"/>
                        </a:lnSpc>
                        <a:spcBef>
                          <a:spcPts val="0"/>
                        </a:spcBef>
                        <a:spcAft>
                          <a:spcPts val="0"/>
                        </a:spcAft>
                        <a:buClr>
                          <a:srgbClr val="000000"/>
                        </a:buClr>
                        <a:buSzPts val="975"/>
                        <a:buFont typeface="Arial"/>
                        <a:buNone/>
                      </a:pPr>
                      <a:r>
                        <a:rPr sz="975" b="0" u="none" strike="noStrike" cap="none">
                          <a:solidFill>
                            <a:srgbClr val="334155"/>
                          </a:solidFill>
                          <a:latin typeface="Inter"/>
                          <a:ea typeface="Inter"/>
                          <a:cs typeface="Inter"/>
                        </a:rPr>
                        <a:t>RFQ</a:t>
                      </a:r>
                      <a:endParaRPr/>
                    </a:p>
                  </a:txBody>
                  <a:tcPr marL="19050" marR="19050" marT="0" marB="0" anchor="ctr">
                    <a:lnR w="9525" cmpd="sng">
                      <a:solidFill>
                        <a:srgbClr val="E2E8F0"/>
                      </a:solidFill>
                      <a:prstDash val="solid"/>
                    </a:lnR>
                    <a:lnB w="9525" cmpd="sng">
                      <a:solidFill>
                        <a:srgbClr val="E2E8F0"/>
                      </a:solidFill>
                      <a:prstDash val="solid"/>
                    </a:lnB>
                    <a:solidFill>
                      <a:srgbClr val="F7F9FB"/>
                    </a:solidFill>
                  </a:tcPr>
                </a:tc>
              </a:tr>
            </a:tbl>
          </a:graphicData>
        </a:graphic>
      </p:graphicFrame>
    </p:spTree>
    <p:extLst>
      <p:ext uri="{BB962C8B-B14F-4D97-AF65-F5344CB8AC3E}">
        <p14:creationId xmlns:p14="http://schemas.microsoft.com/office/powerpoint/2010/main" val="60544869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53" name="Google Shape;253;p22">
            <a:extLst xmlns:a="http://schemas.openxmlformats.org/drawingml/2006/main">
              <a:ext uri="{FF2B5EF4-FFF2-40B4-BE49-F238E27FC236}">
                <a16:creationId xmlns:a16="http://schemas.microsoft.com/office/drawing/2014/main" id="{EEC58C61-D902-4594-B725-472A10E7B72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69cb0100b704884">
            <a:alphaModFix/>
          </a:blip>
          <a:srcRect xmlns:a="http://schemas.openxmlformats.org/drawingml/2006/main" l="0" t="0" r="0" b="0"/>
          <a:stretch xmlns:a="http://schemas.openxmlformats.org/drawingml/2006/main"/>
        </p:blipFill>
        <p:spPr>
          <a:xfrm xmlns:a="http://schemas.openxmlformats.org/drawingml/2006/main">
            <a:off x="11095194" y="6280800"/>
            <a:ext cx="1096806" cy="577200"/>
          </a:xfrm>
          <a:prstGeom xmlns:a="http://schemas.openxmlformats.org/drawingml/2006/main" prst="rect">
            <a:avLst/>
          </a:prstGeom>
          <a:ln xmlns:a="http://schemas.openxmlformats.org/drawingml/2006/main">
            <a:noFill/>
          </a:ln>
        </p:spPr>
      </p:pic>
      <p:pic>
        <p:nvPicPr>
          <p:cNvPr id="254" name="Google Shape;254;p22">
            <a:extLst xmlns:a="http://schemas.openxmlformats.org/drawingml/2006/main">
              <a:ext uri="{FF2B5EF4-FFF2-40B4-BE49-F238E27FC236}">
                <a16:creationId xmlns:a16="http://schemas.microsoft.com/office/drawing/2014/main" id="{36383060-2D39-4F9E-A89C-AA7DE72DD1D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9ce0e397eef4e4c">
            <a:alphaModFix/>
          </a:blip>
          <a:srcRect xmlns:a="http://schemas.openxmlformats.org/drawingml/2006/main" l="14673" t="33074" r="15820" b="44466"/>
          <a:stretch xmlns:a="http://schemas.openxmlformats.org/drawingml/2006/main"/>
        </p:blipFill>
        <p:spPr>
          <a:xfrm xmlns:a="http://schemas.openxmlformats.org/drawingml/2006/main">
            <a:off x="0" y="6280800"/>
            <a:ext cx="1786280" cy="577200"/>
          </a:xfrm>
          <a:prstGeom xmlns:a="http://schemas.openxmlformats.org/drawingml/2006/main" prst="rect">
            <a:avLst/>
          </a:prstGeom>
          <a:ln xmlns:a="http://schemas.openxmlformats.org/drawingml/2006/main">
            <a:noFill/>
          </a:ln>
        </p:spPr>
      </p:pic>
      <p:sp>
        <p:nvSpPr>
          <p:cNvPr id="255" name="Google Shape;255;p22">
            <a:extLst xmlns:a="http://schemas.openxmlformats.org/drawingml/2006/main">
              <a:ext uri="{FF2B5EF4-FFF2-40B4-BE49-F238E27FC236}">
                <a16:creationId xmlns:a16="http://schemas.microsoft.com/office/drawing/2014/main" id="{9317AFA2-9FA5-4DFE-8594-6022963EB14E}"/>
              </a:ext>
            </a:extLst>
          </p:cNvPr>
          <p:cNvSpPr>
            <a:spLocks xmlns:a="http://schemas.openxmlformats.org/drawingml/2006/main" noGrp="1"/>
          </p:cNvSpPr>
          <p:nvPr/>
        </p:nvSpPr>
        <p:spPr>
          <a:xfrm xmlns:a="http://schemas.openxmlformats.org/drawingml/2006/main">
            <a:off x="571500" y="476250"/>
            <a:ext cx="1104900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1E3A8A"/>
                </a:solidFill>
                <a:latin typeface="Poppins"/>
                <a:ea typeface="Poppins"/>
                <a:cs typeface="Poppins"/>
              </a:rPr>
              <a:t>Maker Journey</a:t>
            </a:r>
            <a:endParaRPr sz="1400" b="0" i="0" u="none" strike="noStrike" cap="none">
              <a:solidFill>
                <a:srgbClr val="000000"/>
              </a:solidFill>
              <a:latin typeface="Arial"/>
              <a:ea typeface="Arial"/>
              <a:cs typeface="Arial"/>
            </a:endParaRPr>
          </a:p>
        </p:txBody>
      </p:sp>
      <p:sp>
        <p:nvSpPr>
          <p:cNvPr id="256" name="Google Shape;256;p22">
            <a:extLst xmlns:a="http://schemas.openxmlformats.org/drawingml/2006/main">
              <a:ext uri="{FF2B5EF4-FFF2-40B4-BE49-F238E27FC236}">
                <a16:creationId xmlns:a16="http://schemas.microsoft.com/office/drawing/2014/main" id="{378F9BD1-642F-4F06-898F-55FCF30F572A}"/>
              </a:ext>
            </a:extLst>
          </p:cNvPr>
          <p:cNvSpPr>
            <a:spLocks xmlns:a="http://schemas.openxmlformats.org/drawingml/2006/main" noGrp="1"/>
          </p:cNvSpPr>
          <p:nvPr/>
        </p:nvSpPr>
        <p:spPr>
          <a:xfrm xmlns:a="http://schemas.openxmlformats.org/drawingml/2006/main">
            <a:off x="571500" y="1228725"/>
            <a:ext cx="110490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50"/>
              <a:buFont typeface="Arial"/>
              <a:buNone/>
            </a:pPr>
            <a:r>
              <a:rPr sz="1650" b="1" i="0" u="none" strike="noStrike" cap="none">
                <a:solidFill>
                  <a:srgbClr val="0284C7"/>
                </a:solidFill>
                <a:latin typeface="Inter"/>
                <a:ea typeface="Inter"/>
                <a:cs typeface="Inter"/>
              </a:rPr>
              <a:t>From the vibration problem to a suspension concept</a:t>
            </a:r>
            <a:endParaRPr/>
          </a:p>
        </p:txBody>
      </p:sp>
      <p:pic>
        <p:nvPicPr>
          <p:cNvPr id="257" name="Google Shape;257;p22">
            <a:extLst xmlns:a="http://schemas.openxmlformats.org/drawingml/2006/main">
              <a:ext uri="{FF2B5EF4-FFF2-40B4-BE49-F238E27FC236}">
                <a16:creationId xmlns:a16="http://schemas.microsoft.com/office/drawing/2014/main" id="{69353216-AE8D-43C8-A0A5-A260565DC98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331f068d6704db4">
            <a:alphaModFix/>
          </a:blip>
          <a:srcRect xmlns:a="http://schemas.openxmlformats.org/drawingml/2006/main" l="0" t="0" r="0" b="0"/>
          <a:stretch xmlns:a="http://schemas.openxmlformats.org/drawingml/2006/main"/>
        </p:blipFill>
        <p:spPr>
          <a:xfrm xmlns:a="http://schemas.openxmlformats.org/drawingml/2006/main">
            <a:off x="571500" y="1685925"/>
            <a:ext cx="5334000" cy="3000375"/>
          </a:xfrm>
          <a:prstGeom xmlns:a="http://schemas.openxmlformats.org/drawingml/2006/main" prst="rect">
            <a:avLst/>
          </a:prstGeom>
          <a:ln xmlns:a="http://schemas.openxmlformats.org/drawingml/2006/main">
            <a:noFill/>
          </a:ln>
        </p:spPr>
      </p:pic>
      <p:pic>
        <p:nvPicPr>
          <p:cNvPr id="258" name="Google Shape;258;p22">
            <a:extLst xmlns:a="http://schemas.openxmlformats.org/drawingml/2006/main">
              <a:ext uri="{FF2B5EF4-FFF2-40B4-BE49-F238E27FC236}">
                <a16:creationId xmlns:a16="http://schemas.microsoft.com/office/drawing/2014/main" id="{B7B95B99-DA9A-448F-B7A8-907490D50BA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30882ac2f834af9">
            <a:alphaModFix/>
          </a:blip>
          <a:srcRect xmlns:a="http://schemas.openxmlformats.org/drawingml/2006/main" l="0" t="23000" r="0" b="18000"/>
          <a:stretch xmlns:a="http://schemas.openxmlformats.org/drawingml/2006/main"/>
        </p:blipFill>
        <p:spPr>
          <a:xfrm xmlns:a="http://schemas.openxmlformats.org/drawingml/2006/main">
            <a:off x="6191250" y="1685925"/>
            <a:ext cx="2571750" cy="3000375"/>
          </a:xfrm>
          <a:prstGeom xmlns:a="http://schemas.openxmlformats.org/drawingml/2006/main" prst="rect">
            <a:avLst/>
          </a:prstGeom>
          <a:ln xmlns:a="http://schemas.openxmlformats.org/drawingml/2006/main">
            <a:noFill/>
          </a:ln>
        </p:spPr>
      </p:pic>
      <p:pic>
        <p:nvPicPr>
          <p:cNvPr id="259" name="Google Shape;259;p22">
            <a:extLst xmlns:a="http://schemas.openxmlformats.org/drawingml/2006/main">
              <a:ext uri="{FF2B5EF4-FFF2-40B4-BE49-F238E27FC236}">
                <a16:creationId xmlns:a16="http://schemas.microsoft.com/office/drawing/2014/main" id="{4CCC09D0-C658-4F83-8E2F-701DB99A636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6e760115c94426a">
            <a:alphaModFix/>
          </a:blip>
          <a:srcRect xmlns:a="http://schemas.openxmlformats.org/drawingml/2006/main" l="0" t="8000" r="0" b="23000"/>
          <a:stretch xmlns:a="http://schemas.openxmlformats.org/drawingml/2006/main"/>
        </p:blipFill>
        <p:spPr>
          <a:xfrm xmlns:a="http://schemas.openxmlformats.org/drawingml/2006/main">
            <a:off x="571500" y="4962551"/>
            <a:ext cx="927441" cy="1082002"/>
          </a:xfrm>
          <a:prstGeom xmlns:a="http://schemas.openxmlformats.org/drawingml/2006/main" prst="rect">
            <a:avLst/>
          </a:prstGeom>
          <a:ln xmlns:a="http://schemas.openxmlformats.org/drawingml/2006/main">
            <a:noFill/>
          </a:ln>
        </p:spPr>
      </p:pic>
      <p:sp>
        <p:nvSpPr>
          <p:cNvPr id="260" name="Google Shape;260;p22">
            <a:extLst xmlns:a="http://schemas.openxmlformats.org/drawingml/2006/main">
              <a:ext uri="{FF2B5EF4-FFF2-40B4-BE49-F238E27FC236}">
                <a16:creationId xmlns:a16="http://schemas.microsoft.com/office/drawing/2014/main" id="{58BF087D-82A3-453B-9C7E-177D7EA1C409}"/>
              </a:ext>
            </a:extLst>
          </p:cNvPr>
          <p:cNvSpPr>
            <a:spLocks xmlns:a="http://schemas.openxmlformats.org/drawingml/2006/main" noGrp="1"/>
          </p:cNvSpPr>
          <p:nvPr/>
        </p:nvSpPr>
        <p:spPr>
          <a:xfrm xmlns:a="http://schemas.openxmlformats.org/drawingml/2006/main">
            <a:off x="571500" y="4772025"/>
            <a:ext cx="5334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25"/>
              <a:buFont typeface="Arial"/>
              <a:buNone/>
            </a:pPr>
            <a:r>
              <a:rPr sz="1125" b="1" i="0" u="none" strike="noStrike" cap="none">
                <a:solidFill>
                  <a:srgbClr val="334155"/>
                </a:solidFill>
                <a:latin typeface="Inter"/>
                <a:ea typeface="Inter"/>
                <a:cs typeface="Inter"/>
              </a:rPr>
              <a:t>Identify vibration and resonance</a:t>
            </a:r>
            <a:endParaRPr/>
          </a:p>
        </p:txBody>
      </p:sp>
      <p:sp>
        <p:nvSpPr>
          <p:cNvPr id="261" name="Google Shape;261;p22">
            <a:extLst xmlns:a="http://schemas.openxmlformats.org/drawingml/2006/main">
              <a:ext uri="{FF2B5EF4-FFF2-40B4-BE49-F238E27FC236}">
                <a16:creationId xmlns:a16="http://schemas.microsoft.com/office/drawing/2014/main" id="{C6710273-0237-40BB-88E2-F385F834AFCF}"/>
              </a:ext>
            </a:extLst>
          </p:cNvPr>
          <p:cNvSpPr>
            <a:spLocks xmlns:a="http://schemas.openxmlformats.org/drawingml/2006/main" noGrp="1"/>
          </p:cNvSpPr>
          <p:nvPr/>
        </p:nvSpPr>
        <p:spPr>
          <a:xfrm xmlns:a="http://schemas.openxmlformats.org/drawingml/2006/main">
            <a:off x="6191175" y="4812500"/>
            <a:ext cx="25719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1" i="0" u="none" strike="noStrike" cap="none">
                <a:solidFill>
                  <a:srgbClr val="334155"/>
                </a:solidFill>
                <a:latin typeface="Inter"/>
                <a:ea typeface="Inter"/>
                <a:cs typeface="Inter"/>
              </a:rPr>
              <a:t>Compare speed and stiffness</a:t>
            </a:r>
            <a:endParaRPr/>
          </a:p>
        </p:txBody>
      </p:sp>
      <p:pic>
        <p:nvPicPr>
          <p:cNvPr id="262" name="Google Shape;262;p22">
            <a:extLst xmlns:a="http://schemas.openxmlformats.org/drawingml/2006/main">
              <a:ext uri="{FF2B5EF4-FFF2-40B4-BE49-F238E27FC236}">
                <a16:creationId xmlns:a16="http://schemas.microsoft.com/office/drawing/2014/main" id="{F9C2C08C-ABB7-4C07-B58A-FA86BE232E9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46d046be2174058">
            <a:alphaModFix/>
          </a:blip>
          <a:srcRect xmlns:a="http://schemas.openxmlformats.org/drawingml/2006/main" l="0" t="0" r="0" b="0"/>
          <a:stretch xmlns:a="http://schemas.openxmlformats.org/drawingml/2006/main"/>
        </p:blipFill>
        <p:spPr>
          <a:xfrm xmlns:a="http://schemas.openxmlformats.org/drawingml/2006/main">
            <a:off x="8913875" y="1972688"/>
            <a:ext cx="3235826" cy="2426862"/>
          </a:xfrm>
          <a:prstGeom xmlns:a="http://schemas.openxmlformats.org/drawingml/2006/main" prst="rect">
            <a:avLst/>
          </a:prstGeom>
          <a:ln xmlns:a="http://schemas.openxmlformats.org/drawingml/2006/main">
            <a:noFill/>
          </a:ln>
        </p:spPr>
      </p:pic>
      <p:sp>
        <p:nvSpPr>
          <p:cNvPr id="263" name="Google Shape;263;p22">
            <a:extLst xmlns:a="http://schemas.openxmlformats.org/drawingml/2006/main">
              <a:ext uri="{FF2B5EF4-FFF2-40B4-BE49-F238E27FC236}">
                <a16:creationId xmlns:a16="http://schemas.microsoft.com/office/drawing/2014/main" id="{1908D278-7887-4AFF-A159-E7D9921CE5A8}"/>
              </a:ext>
            </a:extLst>
          </p:cNvPr>
          <p:cNvSpPr>
            <a:spLocks xmlns:a="http://schemas.openxmlformats.org/drawingml/2006/main" noGrp="1"/>
          </p:cNvSpPr>
          <p:nvPr/>
        </p:nvSpPr>
        <p:spPr>
          <a:xfrm xmlns:a="http://schemas.openxmlformats.org/drawingml/2006/main">
            <a:off x="571500" y="6076950"/>
            <a:ext cx="11811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Clr>
                <a:schemeClr val="dk1"/>
              </a:buClr>
              <a:buSzPts val="1100"/>
              <a:buFont typeface="Arial"/>
              <a:buNone/>
            </a:pPr>
            <a:r>
              <a:rPr sz="825">
                <a:solidFill>
                  <a:srgbClr val="334155"/>
                </a:solidFill>
                <a:latin typeface="Inter"/>
                <a:ea typeface="Inter"/>
                <a:cs typeface="Inter"/>
              </a:rPr>
              <a:t>Sketch preload and wheel loads</a:t>
            </a:r>
            <a:endParaRPr sz="825">
              <a:solidFill>
                <a:srgbClr val="334155"/>
              </a:solidFill>
              <a:latin typeface="Inter"/>
              <a:ea typeface="Inter"/>
              <a:cs typeface="Inter"/>
            </a:endParaRPr>
          </a:p>
          <a:p xmlns:a="http://schemas.openxmlformats.org/drawingml/2006/main">
            <a:pPr marL="0" lvl="0" indent="0" algn="l">
              <a:spcBef>
                <a:spcPts val="0"/>
              </a:spcBef>
              <a:spcAft>
                <a:spcPts val="0"/>
              </a:spcAft>
              <a:buClr>
                <a:schemeClr val="dk1"/>
              </a:buClr>
              <a:buSzPts val="1100"/>
              <a:buFont typeface="Arial"/>
              <a:buNone/>
            </a:pPr>
            <a:r>
              <a:t/>
            </a:r>
            <a:endParaRPr sz="825">
              <a:solidFill>
                <a:srgbClr val="334155"/>
              </a:solidFill>
              <a:latin typeface="Inter"/>
              <a:ea typeface="Inter"/>
              <a:cs typeface="Inter"/>
            </a:endParaRPr>
          </a:p>
          <a:p xmlns:a="http://schemas.openxmlformats.org/drawingml/2006/main">
            <a:pPr marL="0" marR="0" lvl="0" indent="0" algn="l">
              <a:lnSpc>
                <a:spcPct val="100000"/>
              </a:lnSpc>
              <a:spcBef>
                <a:spcPts val="0"/>
              </a:spcBef>
              <a:spcAft>
                <a:spcPts val="0"/>
              </a:spcAft>
              <a:buClr>
                <a:srgbClr val="000000"/>
              </a:buClr>
              <a:buSzPts val="825"/>
              <a:buFont typeface="Arial"/>
              <a:buNone/>
            </a:pPr>
            <a:r>
              <a:t/>
            </a:r>
            <a:endParaRPr sz="825">
              <a:solidFill>
                <a:srgbClr val="334155"/>
              </a:solidFill>
              <a:latin typeface="Inter"/>
              <a:ea typeface="Inter"/>
              <a:cs typeface="Inter"/>
            </a:endParaRPr>
          </a:p>
        </p:txBody>
      </p:sp>
      <p:sp>
        <p:nvSpPr>
          <p:cNvPr id="264" name="Google Shape;264;p22">
            <a:extLst xmlns:a="http://schemas.openxmlformats.org/drawingml/2006/main">
              <a:ext uri="{FF2B5EF4-FFF2-40B4-BE49-F238E27FC236}">
                <a16:creationId xmlns:a16="http://schemas.microsoft.com/office/drawing/2014/main" id="{F58D5238-5C0C-46C7-A4E2-153BF1BB43E2}"/>
              </a:ext>
            </a:extLst>
          </p:cNvPr>
          <p:cNvSpPr>
            <a:spLocks xmlns:a="http://schemas.openxmlformats.org/drawingml/2006/main" noGrp="1"/>
          </p:cNvSpPr>
          <p:nvPr/>
        </p:nvSpPr>
        <p:spPr>
          <a:xfrm xmlns:a="http://schemas.openxmlformats.org/drawingml/2006/main">
            <a:off x="3238500" y="5238750"/>
            <a:ext cx="81915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334155"/>
                </a:solidFill>
                <a:latin typeface="Inter"/>
                <a:ea typeface="Inter"/>
                <a:cs typeface="Inter"/>
              </a:rPr>
              <a:t>We first asked whether to slow the rover down or change the suspension response. The sketches led us to adjustable preload and a simple rule-based controller. The next step is to measure the joint response before tuning the controller.</a:t>
            </a:r>
            <a:endParaRPr/>
          </a:p>
        </p:txBody>
      </p:sp>
      <p:sp>
        <p:nvSpPr>
          <p:cNvPr id="265" name="Google Shape;265;p22">
            <a:extLst xmlns:a="http://schemas.openxmlformats.org/drawingml/2006/main">
              <a:ext uri="{FF2B5EF4-FFF2-40B4-BE49-F238E27FC236}">
                <a16:creationId xmlns:a16="http://schemas.microsoft.com/office/drawing/2014/main" id="{5F94ACFE-E1BA-4296-9CDB-5DE8180E7787}"/>
              </a:ext>
            </a:extLst>
          </p:cNvPr>
          <p:cNvSpPr>
            <a:spLocks xmlns:a="http://schemas.openxmlformats.org/drawingml/2006/main" noGrp="1"/>
          </p:cNvSpPr>
          <p:nvPr/>
        </p:nvSpPr>
        <p:spPr>
          <a:xfrm xmlns:a="http://schemas.openxmlformats.org/drawingml/2006/main">
            <a:off x="9240775" y="4772025"/>
            <a:ext cx="24657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25"/>
              <a:buFont typeface="Arial"/>
              <a:buNone/>
            </a:pPr>
            <a:r>
              <a:rPr sz="1125" b="1" i="0" u="none" strike="noStrike" cap="none">
                <a:solidFill>
                  <a:srgbClr val="334155"/>
                </a:solidFill>
                <a:latin typeface="Inter"/>
                <a:ea typeface="Inter"/>
                <a:cs typeface="Inter"/>
              </a:rPr>
              <a:t>Identify vibration and resonance</a:t>
            </a:r>
            <a:endParaRPr/>
          </a:p>
        </p:txBody>
      </p:sp>
    </p:spTree>
    <p:extLst>
      <p:ext uri="{BB962C8B-B14F-4D97-AF65-F5344CB8AC3E}">
        <p14:creationId xmlns:p14="http://schemas.microsoft.com/office/powerpoint/2010/main" val="54180197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1" name="Google Shape;271;p23">
            <a:extLst xmlns:a="http://schemas.openxmlformats.org/drawingml/2006/main">
              <a:ext uri="{FF2B5EF4-FFF2-40B4-BE49-F238E27FC236}">
                <a16:creationId xmlns:a16="http://schemas.microsoft.com/office/drawing/2014/main" id="{6E71EAEF-73AB-4B98-9E54-D6A76AB82BD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9a97f1f066144ca">
            <a:alphaModFix/>
          </a:blip>
          <a:srcRect xmlns:a="http://schemas.openxmlformats.org/drawingml/2006/main" l="0" t="0" r="0" b="0"/>
          <a:stretch xmlns:a="http://schemas.openxmlformats.org/drawingml/2006/main"/>
        </p:blipFill>
        <p:spPr>
          <a:xfrm xmlns:a="http://schemas.openxmlformats.org/drawingml/2006/main">
            <a:off x="11095194" y="6280800"/>
            <a:ext cx="1096806" cy="577200"/>
          </a:xfrm>
          <a:prstGeom xmlns:a="http://schemas.openxmlformats.org/drawingml/2006/main" prst="rect">
            <a:avLst/>
          </a:prstGeom>
          <a:ln xmlns:a="http://schemas.openxmlformats.org/drawingml/2006/main">
            <a:noFill/>
          </a:ln>
        </p:spPr>
      </p:pic>
      <p:pic>
        <p:nvPicPr>
          <p:cNvPr id="272" name="Google Shape;272;p23">
            <a:extLst xmlns:a="http://schemas.openxmlformats.org/drawingml/2006/main">
              <a:ext uri="{FF2B5EF4-FFF2-40B4-BE49-F238E27FC236}">
                <a16:creationId xmlns:a16="http://schemas.microsoft.com/office/drawing/2014/main" id="{EAB1085E-F86C-4F52-BB7D-C3DB9DFEABE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53d530c568348df">
            <a:alphaModFix/>
          </a:blip>
          <a:srcRect xmlns:a="http://schemas.openxmlformats.org/drawingml/2006/main" l="14673" t="33074" r="15820" b="44466"/>
          <a:stretch xmlns:a="http://schemas.openxmlformats.org/drawingml/2006/main"/>
        </p:blipFill>
        <p:spPr>
          <a:xfrm xmlns:a="http://schemas.openxmlformats.org/drawingml/2006/main">
            <a:off x="0" y="6280800"/>
            <a:ext cx="1786280" cy="577200"/>
          </a:xfrm>
          <a:prstGeom xmlns:a="http://schemas.openxmlformats.org/drawingml/2006/main" prst="rect">
            <a:avLst/>
          </a:prstGeom>
          <a:ln xmlns:a="http://schemas.openxmlformats.org/drawingml/2006/main">
            <a:noFill/>
          </a:ln>
        </p:spPr>
      </p:pic>
      <p:sp>
        <p:nvSpPr>
          <p:cNvPr id="273" name="Google Shape;273;p23">
            <a:extLst xmlns:a="http://schemas.openxmlformats.org/drawingml/2006/main">
              <a:ext uri="{FF2B5EF4-FFF2-40B4-BE49-F238E27FC236}">
                <a16:creationId xmlns:a16="http://schemas.microsoft.com/office/drawing/2014/main" id="{E5ACF94C-56C8-48BF-89C0-E914C261DD5D}"/>
              </a:ext>
            </a:extLst>
          </p:cNvPr>
          <p:cNvSpPr>
            <a:spLocks xmlns:a="http://schemas.openxmlformats.org/drawingml/2006/main" noGrp="1"/>
          </p:cNvSpPr>
          <p:nvPr/>
        </p:nvSpPr>
        <p:spPr>
          <a:xfrm xmlns:a="http://schemas.openxmlformats.org/drawingml/2006/main">
            <a:off x="571500" y="476250"/>
            <a:ext cx="11049000" cy="619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1E3A8A"/>
                </a:solidFill>
                <a:latin typeface="Poppins"/>
                <a:ea typeface="Poppins"/>
                <a:cs typeface="Poppins"/>
              </a:rPr>
              <a:t>Maker Journey</a:t>
            </a:r>
            <a:endParaRPr sz="1400" b="0" i="0" u="none" strike="noStrike" cap="none">
              <a:solidFill>
                <a:srgbClr val="000000"/>
              </a:solidFill>
              <a:latin typeface="Arial"/>
              <a:ea typeface="Arial"/>
              <a:cs typeface="Arial"/>
            </a:endParaRPr>
          </a:p>
        </p:txBody>
      </p:sp>
      <p:sp>
        <p:nvSpPr>
          <p:cNvPr id="274" name="Google Shape;274;p23">
            <a:extLst xmlns:a="http://schemas.openxmlformats.org/drawingml/2006/main">
              <a:ext uri="{FF2B5EF4-FFF2-40B4-BE49-F238E27FC236}">
                <a16:creationId xmlns:a16="http://schemas.microsoft.com/office/drawing/2014/main" id="{4FAFCB3F-CE90-4FAB-9064-1F0975927E8E}"/>
              </a:ext>
            </a:extLst>
          </p:cNvPr>
          <p:cNvSpPr>
            <a:spLocks xmlns:a="http://schemas.openxmlformats.org/drawingml/2006/main" noGrp="1"/>
          </p:cNvSpPr>
          <p:nvPr/>
        </p:nvSpPr>
        <p:spPr>
          <a:xfrm xmlns:a="http://schemas.openxmlformats.org/drawingml/2006/main">
            <a:off x="571500" y="1009450"/>
            <a:ext cx="81915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50"/>
              <a:buFont typeface="Arial"/>
              <a:buNone/>
            </a:pPr>
            <a:r>
              <a:rPr sz="1650" b="1" i="0" u="none" strike="noStrike" cap="none">
                <a:solidFill>
                  <a:srgbClr val="0284C7"/>
                </a:solidFill>
                <a:latin typeface="Poppins SemiBold"/>
                <a:ea typeface="Poppins SemiBold"/>
                <a:cs typeface="Poppins SemiBold"/>
              </a:rPr>
              <a:t>Floating frame: sketch to finished part</a:t>
            </a:r>
            <a:endParaRPr sz="1400" b="0" i="0" u="none" strike="noStrike" cap="none">
              <a:solidFill>
                <a:srgbClr val="000000"/>
              </a:solidFill>
              <a:latin typeface="Arial"/>
              <a:ea typeface="Arial"/>
              <a:cs typeface="Arial"/>
            </a:endParaRPr>
          </a:p>
        </p:txBody>
      </p:sp>
      <p:pic>
        <p:nvPicPr>
          <p:cNvPr id="275" name="Google Shape;275;p23">
            <a:extLst xmlns:a="http://schemas.openxmlformats.org/drawingml/2006/main">
              <a:ext uri="{FF2B5EF4-FFF2-40B4-BE49-F238E27FC236}">
                <a16:creationId xmlns:a16="http://schemas.microsoft.com/office/drawing/2014/main" id="{38AA7EA4-5B07-4A45-9698-FEB91ACF463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2d17533e5094cca">
            <a:alphaModFix/>
          </a:blip>
          <a:srcRect xmlns:a="http://schemas.openxmlformats.org/drawingml/2006/main" l="0" t="0" r="0" b="0"/>
          <a:stretch xmlns:a="http://schemas.openxmlformats.org/drawingml/2006/main"/>
        </p:blipFill>
        <p:spPr>
          <a:xfrm xmlns:a="http://schemas.openxmlformats.org/drawingml/2006/main">
            <a:off x="9477375" y="1333450"/>
            <a:ext cx="2276474" cy="2276474"/>
          </a:xfrm>
          <a:prstGeom xmlns:a="http://schemas.openxmlformats.org/drawingml/2006/main" prst="rect">
            <a:avLst/>
          </a:prstGeom>
          <a:ln xmlns:a="http://schemas.openxmlformats.org/drawingml/2006/main">
            <a:noFill/>
          </a:ln>
        </p:spPr>
      </p:pic>
      <p:sp>
        <p:nvSpPr>
          <p:cNvPr id="276" name="Google Shape;276;p23">
            <a:extLst xmlns:a="http://schemas.openxmlformats.org/drawingml/2006/main">
              <a:ext uri="{FF2B5EF4-FFF2-40B4-BE49-F238E27FC236}">
                <a16:creationId xmlns:a16="http://schemas.microsoft.com/office/drawing/2014/main" id="{F1B16C53-8F12-4E81-BADE-22846715242C}"/>
              </a:ext>
            </a:extLst>
          </p:cNvPr>
          <p:cNvSpPr>
            <a:spLocks xmlns:a="http://schemas.openxmlformats.org/drawingml/2006/main" noGrp="1"/>
          </p:cNvSpPr>
          <p:nvPr/>
        </p:nvSpPr>
        <p:spPr>
          <a:xfrm xmlns:a="http://schemas.openxmlformats.org/drawingml/2006/main">
            <a:off x="9477375" y="3609888"/>
            <a:ext cx="1181100" cy="21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1" i="0" u="none" strike="noStrike" cap="none">
                <a:solidFill>
                  <a:srgbClr val="334155"/>
                </a:solidFill>
                <a:latin typeface="Inter"/>
                <a:ea typeface="Inter"/>
                <a:cs typeface="Inter"/>
              </a:rPr>
              <a:t>Frame modelling</a:t>
            </a:r>
            <a:endParaRPr sz="1400" b="0" i="0" u="none" strike="noStrike" cap="none">
              <a:solidFill>
                <a:srgbClr val="000000"/>
              </a:solidFill>
              <a:latin typeface="Arial"/>
              <a:ea typeface="Arial"/>
              <a:cs typeface="Arial"/>
            </a:endParaRPr>
          </a:p>
        </p:txBody>
      </p:sp>
      <p:pic>
        <p:nvPicPr>
          <p:cNvPr id="277" name="Google Shape;277;p23">
            <a:extLst xmlns:a="http://schemas.openxmlformats.org/drawingml/2006/main">
              <a:ext uri="{FF2B5EF4-FFF2-40B4-BE49-F238E27FC236}">
                <a16:creationId xmlns:a16="http://schemas.microsoft.com/office/drawing/2014/main" id="{0EEC59B4-9A0A-453A-9CDD-7216251F1B7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5794ea61aed4002">
            <a:alphaModFix/>
          </a:blip>
          <a:srcRect xmlns:a="http://schemas.openxmlformats.org/drawingml/2006/main" l="0" t="0" r="0" b="0"/>
          <a:stretch xmlns:a="http://schemas.openxmlformats.org/drawingml/2006/main"/>
        </p:blipFill>
        <p:spPr>
          <a:xfrm xmlns:a="http://schemas.openxmlformats.org/drawingml/2006/main">
            <a:off x="9477375" y="3905250"/>
            <a:ext cx="2001623" cy="2001623"/>
          </a:xfrm>
          <a:prstGeom xmlns:a="http://schemas.openxmlformats.org/drawingml/2006/main" prst="rect">
            <a:avLst/>
          </a:prstGeom>
          <a:ln xmlns:a="http://schemas.openxmlformats.org/drawingml/2006/main">
            <a:noFill/>
          </a:ln>
        </p:spPr>
      </p:pic>
      <p:sp>
        <p:nvSpPr>
          <p:cNvPr id="278" name="Google Shape;278;p23">
            <a:extLst xmlns:a="http://schemas.openxmlformats.org/drawingml/2006/main">
              <a:ext uri="{FF2B5EF4-FFF2-40B4-BE49-F238E27FC236}">
                <a16:creationId xmlns:a16="http://schemas.microsoft.com/office/drawing/2014/main" id="{6B98B290-486C-4A68-A267-33688884077F}"/>
              </a:ext>
            </a:extLst>
          </p:cNvPr>
          <p:cNvSpPr>
            <a:spLocks xmlns:a="http://schemas.openxmlformats.org/drawingml/2006/main" noGrp="1"/>
          </p:cNvSpPr>
          <p:nvPr/>
        </p:nvSpPr>
        <p:spPr>
          <a:xfrm xmlns:a="http://schemas.openxmlformats.org/drawingml/2006/main">
            <a:off x="9477375" y="5906875"/>
            <a:ext cx="1933800" cy="21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1" i="0" u="none" strike="noStrike" cap="none">
                <a:solidFill>
                  <a:srgbClr val="334155"/>
                </a:solidFill>
                <a:latin typeface="Inter"/>
                <a:ea typeface="Inter"/>
                <a:cs typeface="Inter"/>
              </a:rPr>
              <a:t>Complete rover CAD review</a:t>
            </a:r>
            <a:endParaRPr sz="1400" b="0" i="0" u="none" strike="noStrike" cap="none">
              <a:solidFill>
                <a:srgbClr val="000000"/>
              </a:solidFill>
              <a:latin typeface="Arial"/>
              <a:ea typeface="Arial"/>
              <a:cs typeface="Arial"/>
            </a:endParaRPr>
          </a:p>
        </p:txBody>
      </p:sp>
      <p:sp>
        <p:nvSpPr>
          <p:cNvPr id="279" name="Google Shape;279;p23">
            <a:extLst xmlns:a="http://schemas.openxmlformats.org/drawingml/2006/main">
              <a:ext uri="{FF2B5EF4-FFF2-40B4-BE49-F238E27FC236}">
                <a16:creationId xmlns:a16="http://schemas.microsoft.com/office/drawing/2014/main" id="{5C20B18E-38EA-4620-B43D-C0F3672304DB}"/>
              </a:ext>
            </a:extLst>
          </p:cNvPr>
          <p:cNvSpPr>
            <a:spLocks xmlns:a="http://schemas.openxmlformats.org/drawingml/2006/main" noGrp="1"/>
          </p:cNvSpPr>
          <p:nvPr/>
        </p:nvSpPr>
        <p:spPr>
          <a:xfrm xmlns:a="http://schemas.openxmlformats.org/drawingml/2006/main">
            <a:off x="3174425" y="6455100"/>
            <a:ext cx="13437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25"/>
              <a:buFont typeface="Arial"/>
              <a:buNone/>
            </a:pPr>
            <a:r>
              <a:rPr sz="1125" b="0" i="0" u="sng" strike="noStrike" cap="none">
                <a:solidFill>
                  <a:schemeClr val="hlink"/>
                </a:solidFill>
                <a:latin typeface="Inter"/>
                <a:ea typeface="Inter"/>
                <a:cs typeface="Inter"/>
                <a:hlinkClick xmlns:r="http://schemas.openxmlformats.org/officeDocument/2006/relationships" r:id="R1c8af3dc933c49f2"/>
              </a:rPr>
              <a:t>Raw STEP models</a:t>
            </a:r>
            <a:endParaRPr sz="1400" b="0" i="0" u="none" strike="noStrike" cap="none">
              <a:solidFill>
                <a:srgbClr val="000000"/>
              </a:solidFill>
              <a:latin typeface="Arial"/>
              <a:ea typeface="Arial"/>
              <a:cs typeface="Arial"/>
            </a:endParaRPr>
          </a:p>
        </p:txBody>
      </p:sp>
      <p:pic>
        <p:nvPicPr>
          <p:cNvPr id="280" name="Google Shape;280;p23">
            <a:extLst xmlns:a="http://schemas.openxmlformats.org/drawingml/2006/main">
              <a:ext uri="{FF2B5EF4-FFF2-40B4-BE49-F238E27FC236}">
                <a16:creationId xmlns:a16="http://schemas.microsoft.com/office/drawing/2014/main" id="{3457C6E3-9B2E-4213-871A-78C60427A7C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6d721380d35401e">
            <a:alphaModFix/>
          </a:blip>
          <a:srcRect xmlns:a="http://schemas.openxmlformats.org/drawingml/2006/main" l="20282" t="12642" r="14332" b="15771"/>
          <a:stretch xmlns:a="http://schemas.openxmlformats.org/drawingml/2006/main"/>
        </p:blipFill>
        <p:spPr>
          <a:xfrm xmlns:a="http://schemas.openxmlformats.org/drawingml/2006/main">
            <a:off x="571500" y="1362075"/>
            <a:ext cx="3811678" cy="2276474"/>
          </a:xfrm>
          <a:prstGeom xmlns:a="http://schemas.openxmlformats.org/drawingml/2006/main" prst="rect">
            <a:avLst/>
          </a:prstGeom>
          <a:ln xmlns:a="http://schemas.openxmlformats.org/drawingml/2006/main">
            <a:noFill/>
          </a:ln>
        </p:spPr>
      </p:pic>
      <p:pic>
        <p:nvPicPr>
          <p:cNvPr id="281" name="Google Shape;281;p23">
            <a:extLst xmlns:a="http://schemas.openxmlformats.org/drawingml/2006/main">
              <a:ext uri="{FF2B5EF4-FFF2-40B4-BE49-F238E27FC236}">
                <a16:creationId xmlns:a16="http://schemas.microsoft.com/office/drawing/2014/main" id="{E61C5171-6C28-4D9D-8D25-B563EBB73F2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be2d608bf684029">
            <a:alphaModFix/>
          </a:blip>
          <a:srcRect xmlns:a="http://schemas.openxmlformats.org/drawingml/2006/main" l="0" t="0" r="0" b="0"/>
          <a:stretch xmlns:a="http://schemas.openxmlformats.org/drawingml/2006/main"/>
        </p:blipFill>
        <p:spPr>
          <a:xfrm xmlns:a="http://schemas.openxmlformats.org/drawingml/2006/main">
            <a:off x="4857788" y="1333438"/>
            <a:ext cx="4048124" cy="2276474"/>
          </a:xfrm>
          <a:prstGeom xmlns:a="http://schemas.openxmlformats.org/drawingml/2006/main" prst="rect">
            <a:avLst/>
          </a:prstGeom>
          <a:ln xmlns:a="http://schemas.openxmlformats.org/drawingml/2006/main">
            <a:noFill/>
          </a:ln>
        </p:spPr>
      </p:pic>
      <p:sp>
        <p:nvSpPr>
          <p:cNvPr id="282" name="Google Shape;282;p23">
            <a:extLst xmlns:a="http://schemas.openxmlformats.org/drawingml/2006/main">
              <a:ext uri="{FF2B5EF4-FFF2-40B4-BE49-F238E27FC236}">
                <a16:creationId xmlns:a16="http://schemas.microsoft.com/office/drawing/2014/main" id="{BF5D2D44-39CB-4628-991C-13804A73F511}"/>
              </a:ext>
            </a:extLst>
          </p:cNvPr>
          <p:cNvSpPr>
            <a:spLocks xmlns:a="http://schemas.openxmlformats.org/drawingml/2006/main" noGrp="1"/>
          </p:cNvSpPr>
          <p:nvPr/>
        </p:nvSpPr>
        <p:spPr>
          <a:xfrm xmlns:a="http://schemas.openxmlformats.org/drawingml/2006/main">
            <a:off x="571500" y="3628588"/>
            <a:ext cx="40482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25"/>
              <a:buFont typeface="Arial"/>
              <a:buNone/>
            </a:pPr>
            <a:r>
              <a:rPr sz="1125" b="1" i="0" u="none" strike="noStrike" cap="none">
                <a:solidFill>
                  <a:srgbClr val="334155"/>
                </a:solidFill>
                <a:latin typeface="Inter"/>
                <a:ea typeface="Inter"/>
                <a:cs typeface="Inter"/>
              </a:rPr>
              <a:t>Original spoke sketch</a:t>
            </a:r>
            <a:endParaRPr/>
          </a:p>
        </p:txBody>
      </p:sp>
      <p:sp>
        <p:nvSpPr>
          <p:cNvPr id="283" name="Google Shape;283;p23">
            <a:extLst xmlns:a="http://schemas.openxmlformats.org/drawingml/2006/main">
              <a:ext uri="{FF2B5EF4-FFF2-40B4-BE49-F238E27FC236}">
                <a16:creationId xmlns:a16="http://schemas.microsoft.com/office/drawing/2014/main" id="{7D6B2683-E2C7-4E27-920B-E04CFA1FA238}"/>
              </a:ext>
            </a:extLst>
          </p:cNvPr>
          <p:cNvSpPr>
            <a:spLocks xmlns:a="http://schemas.openxmlformats.org/drawingml/2006/main" noGrp="1"/>
          </p:cNvSpPr>
          <p:nvPr/>
        </p:nvSpPr>
        <p:spPr>
          <a:xfrm xmlns:a="http://schemas.openxmlformats.org/drawingml/2006/main">
            <a:off x="4857750" y="3611925"/>
            <a:ext cx="40482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25"/>
              <a:buFont typeface="Arial"/>
              <a:buNone/>
            </a:pPr>
            <a:r>
              <a:rPr sz="1125" b="1" i="0" u="none" strike="noStrike" cap="none">
                <a:solidFill>
                  <a:srgbClr val="334155"/>
                </a:solidFill>
                <a:latin typeface="Inter"/>
                <a:ea typeface="Inter"/>
                <a:cs typeface="Inter"/>
              </a:rPr>
              <a:t>Finished frame and feature tree</a:t>
            </a:r>
            <a:endParaRPr/>
          </a:p>
        </p:txBody>
      </p:sp>
      <p:pic>
        <p:nvPicPr>
          <p:cNvPr id="284" name="Google Shape;284;p23">
            <a:extLst xmlns:a="http://schemas.openxmlformats.org/drawingml/2006/main">
              <a:ext uri="{FF2B5EF4-FFF2-40B4-BE49-F238E27FC236}">
                <a16:creationId xmlns:a16="http://schemas.microsoft.com/office/drawing/2014/main" id="{AE260C9B-DADB-479B-BC1C-580F90AD14D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c0cc8fdabf943d9">
            <a:alphaModFix/>
          </a:blip>
          <a:srcRect xmlns:a="http://schemas.openxmlformats.org/drawingml/2006/main" l="0" t="0" r="0" b="0"/>
          <a:stretch xmlns:a="http://schemas.openxmlformats.org/drawingml/2006/main"/>
        </p:blipFill>
        <p:spPr>
          <a:xfrm xmlns:a="http://schemas.openxmlformats.org/drawingml/2006/main">
            <a:off x="571500" y="3905250"/>
            <a:ext cx="2543923" cy="1907948"/>
          </a:xfrm>
          <a:prstGeom xmlns:a="http://schemas.openxmlformats.org/drawingml/2006/main" prst="rect">
            <a:avLst/>
          </a:prstGeom>
          <a:ln xmlns:a="http://schemas.openxmlformats.org/drawingml/2006/main">
            <a:noFill/>
          </a:ln>
        </p:spPr>
      </p:pic>
      <p:pic>
        <p:nvPicPr>
          <p:cNvPr id="285" name="Google Shape;285;p23">
            <a:extLst xmlns:a="http://schemas.openxmlformats.org/drawingml/2006/main">
              <a:ext uri="{FF2B5EF4-FFF2-40B4-BE49-F238E27FC236}">
                <a16:creationId xmlns:a16="http://schemas.microsoft.com/office/drawing/2014/main" id="{91649969-CF65-4D79-94B4-8B0D836C65FA}"/>
              </a:ext>
            </a:extLst>
          </p:cNvPr>
          <p:cNvPicPr>
            <a:picLocks xmlns:a="http://schemas.openxmlformats.org/drawingml/2006/main" noChangeAspect="1"/>
          </p:cNvPicPr>
          <p:nvPr/>
        </p:nvPicPr>
        <p:blipFill>
          <a:blip xmlns:r="http://schemas.openxmlformats.org/officeDocument/2006/relationships" xmlns:a="http://schemas.openxmlformats.org/drawingml/2006/main" r:embed="Rb93afe158e024d5a">
            <a:alphaModFix/>
          </a:blip>
          <a:stretch xmlns:a="http://schemas.openxmlformats.org/drawingml/2006/main">
            <a:fillRect l="0" t="0" r="0" b="0"/>
          </a:stretch>
        </p:blipFill>
        <p:spPr>
          <a:xfrm xmlns:a="http://schemas.openxmlformats.org/drawingml/2006/main">
            <a:off x="4857811" y="3905250"/>
            <a:ext cx="3305938" cy="2001627"/>
          </a:xfrm>
          <a:prstGeom xmlns:a="http://schemas.openxmlformats.org/drawingml/2006/main" prst="rect">
            <a:avLst/>
          </a:prstGeom>
          <a:ln xmlns:a="http://schemas.openxmlformats.org/drawingml/2006/main">
            <a:noFill/>
          </a:ln>
        </p:spPr>
      </p:pic>
      <p:sp>
        <p:nvSpPr>
          <p:cNvPr id="286" name="Google Shape;286;p23">
            <a:extLst xmlns:a="http://schemas.openxmlformats.org/drawingml/2006/main">
              <a:ext uri="{FF2B5EF4-FFF2-40B4-BE49-F238E27FC236}">
                <a16:creationId xmlns:a16="http://schemas.microsoft.com/office/drawing/2014/main" id="{049D851F-548A-487D-99AC-D629FD649035}"/>
              </a:ext>
            </a:extLst>
          </p:cNvPr>
          <p:cNvSpPr>
            <a:spLocks xmlns:a="http://schemas.openxmlformats.org/drawingml/2006/main" noGrp="1"/>
          </p:cNvSpPr>
          <p:nvPr/>
        </p:nvSpPr>
        <p:spPr>
          <a:xfrm xmlns:a="http://schemas.openxmlformats.org/drawingml/2006/main">
            <a:off x="4857750" y="5897275"/>
            <a:ext cx="19338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125"/>
              <a:buFont typeface="Arial"/>
              <a:buNone/>
            </a:pPr>
            <a:r>
              <a:rPr sz="1125" b="1">
                <a:solidFill>
                  <a:srgbClr val="334155"/>
                </a:solidFill>
                <a:latin typeface="Inter"/>
                <a:ea typeface="Inter"/>
                <a:cs typeface="Inter"/>
              </a:rPr>
              <a:t>Final model Feature Tree</a:t>
            </a:r>
            <a:endParaRPr sz="1125" b="1">
              <a:solidFill>
                <a:srgbClr val="334155"/>
              </a:solidFill>
              <a:latin typeface="Inter"/>
              <a:ea typeface="Inter"/>
              <a:cs typeface="Inter"/>
            </a:endParaRPr>
          </a:p>
        </p:txBody>
      </p:sp>
      <p:sp>
        <p:nvSpPr>
          <p:cNvPr id="287" name="Google Shape;287;p23">
            <a:extLst xmlns:a="http://schemas.openxmlformats.org/drawingml/2006/main">
              <a:ext uri="{FF2B5EF4-FFF2-40B4-BE49-F238E27FC236}">
                <a16:creationId xmlns:a16="http://schemas.microsoft.com/office/drawing/2014/main" id="{DF19E620-BF67-47CE-8FE0-36D3E0757B1F}"/>
              </a:ext>
            </a:extLst>
          </p:cNvPr>
          <p:cNvSpPr>
            <a:spLocks xmlns:a="http://schemas.openxmlformats.org/drawingml/2006/main" noGrp="1"/>
          </p:cNvSpPr>
          <p:nvPr/>
        </p:nvSpPr>
        <p:spPr>
          <a:xfrm xmlns:a="http://schemas.openxmlformats.org/drawingml/2006/main">
            <a:off x="571500" y="5813200"/>
            <a:ext cx="19338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Clr>
                <a:schemeClr val="dk1"/>
              </a:buClr>
              <a:buSzPts val="1125"/>
              <a:buFont typeface="Arial"/>
              <a:buNone/>
            </a:pPr>
            <a:r>
              <a:rPr sz="1125" b="1">
                <a:solidFill>
                  <a:srgbClr val="334155"/>
                </a:solidFill>
                <a:latin typeface="Inter"/>
                <a:ea typeface="Inter"/>
                <a:cs typeface="Inter"/>
              </a:rPr>
              <a:t>Original spoke sketch</a:t>
            </a:r>
            <a:endParaRPr>
              <a:solidFill>
                <a:schemeClr val="dk1"/>
              </a:solidFill>
            </a:endParaRPr>
          </a:p>
          <a:p xmlns:a="http://schemas.openxmlformats.org/drawingml/2006/main">
            <a:pPr marL="0" marR="0" lvl="0" indent="0" algn="l">
              <a:lnSpc>
                <a:spcPct val="100000"/>
              </a:lnSpc>
              <a:spcBef>
                <a:spcPts val="0"/>
              </a:spcBef>
              <a:spcAft>
                <a:spcPts val="0"/>
              </a:spcAft>
              <a:buClr>
                <a:srgbClr val="000000"/>
              </a:buClr>
              <a:buSzPts val="1125"/>
              <a:buFont typeface="Arial"/>
              <a:buNone/>
            </a:pPr>
            <a:r>
              <a:t/>
            </a:r>
            <a:endParaRPr sz="1125" b="1">
              <a:solidFill>
                <a:srgbClr val="334155"/>
              </a:solidFill>
              <a:latin typeface="Inter"/>
              <a:ea typeface="Inter"/>
              <a:cs typeface="Inter"/>
            </a:endParaRPr>
          </a:p>
        </p:txBody>
      </p:sp>
    </p:spTree>
    <p:extLst>
      <p:ext uri="{BB962C8B-B14F-4D97-AF65-F5344CB8AC3E}">
        <p14:creationId xmlns:p14="http://schemas.microsoft.com/office/powerpoint/2010/main" val="4100995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3" name="Google Shape;293;p24">
            <a:extLst xmlns:a="http://schemas.openxmlformats.org/drawingml/2006/main">
              <a:ext uri="{FF2B5EF4-FFF2-40B4-BE49-F238E27FC236}">
                <a16:creationId xmlns:a16="http://schemas.microsoft.com/office/drawing/2014/main" id="{0FEB590B-7FAD-4369-919F-7269D5C62610}"/>
              </a:ext>
            </a:extLst>
          </p:cNvPr>
          <p:cNvSpPr>
            <a:spLocks xmlns:a="http://schemas.openxmlformats.org/drawingml/2006/main" noGrp="1"/>
          </p:cNvSpPr>
          <p:nvPr/>
        </p:nvSpPr>
        <p:spPr>
          <a:xfrm xmlns:a="http://schemas.openxmlformats.org/drawingml/2006/main">
            <a:off x="571500" y="476250"/>
            <a:ext cx="11601600" cy="388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1E3A8A"/>
                </a:solidFill>
                <a:latin typeface="Poppins"/>
                <a:ea typeface="Poppins"/>
                <a:cs typeface="Poppins"/>
              </a:rPr>
              <a:t>Safety &amp; Hazard Mitigation</a:t>
            </a:r>
            <a:endParaRPr sz="1400" b="0" i="0" u="none" strike="noStrike" cap="none">
              <a:solidFill>
                <a:srgbClr val="000000"/>
              </a:solidFill>
              <a:latin typeface="Arial"/>
              <a:ea typeface="Arial"/>
              <a:cs typeface="Arial"/>
            </a:endParaRPr>
          </a:p>
        </p:txBody>
      </p:sp>
      <p:pic>
        <p:nvPicPr>
          <p:cNvPr id="294" name="Google Shape;294;p24">
            <a:extLst xmlns:a="http://schemas.openxmlformats.org/drawingml/2006/main">
              <a:ext uri="{FF2B5EF4-FFF2-40B4-BE49-F238E27FC236}">
                <a16:creationId xmlns:a16="http://schemas.microsoft.com/office/drawing/2014/main" id="{D93BFD1B-D81D-4AA3-9644-863B3D5FE51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0f23bf24a3a4be9">
            <a:alphaModFix/>
          </a:blip>
          <a:srcRect xmlns:a="http://schemas.openxmlformats.org/drawingml/2006/main" l="0" t="0" r="0" b="0"/>
          <a:stretch xmlns:a="http://schemas.openxmlformats.org/drawingml/2006/main"/>
        </p:blipFill>
        <p:spPr>
          <a:xfrm xmlns:a="http://schemas.openxmlformats.org/drawingml/2006/main">
            <a:off x="11095194" y="6280800"/>
            <a:ext cx="1096806" cy="577200"/>
          </a:xfrm>
          <a:prstGeom xmlns:a="http://schemas.openxmlformats.org/drawingml/2006/main" prst="rect">
            <a:avLst/>
          </a:prstGeom>
          <a:ln xmlns:a="http://schemas.openxmlformats.org/drawingml/2006/main">
            <a:noFill/>
          </a:ln>
        </p:spPr>
      </p:pic>
      <p:pic>
        <p:nvPicPr>
          <p:cNvPr id="295" name="Google Shape;295;p24">
            <a:extLst xmlns:a="http://schemas.openxmlformats.org/drawingml/2006/main">
              <a:ext uri="{FF2B5EF4-FFF2-40B4-BE49-F238E27FC236}">
                <a16:creationId xmlns:a16="http://schemas.microsoft.com/office/drawing/2014/main" id="{120F0E1A-2806-4F4C-B587-349B5566134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a49a20d0cb345ce">
            <a:alphaModFix/>
          </a:blip>
          <a:srcRect xmlns:a="http://schemas.openxmlformats.org/drawingml/2006/main" l="14673" t="33074" r="15820" b="44466"/>
          <a:stretch xmlns:a="http://schemas.openxmlformats.org/drawingml/2006/main"/>
        </p:blipFill>
        <p:spPr>
          <a:xfrm xmlns:a="http://schemas.openxmlformats.org/drawingml/2006/main">
            <a:off x="0" y="6280800"/>
            <a:ext cx="1786280" cy="577200"/>
          </a:xfrm>
          <a:prstGeom xmlns:a="http://schemas.openxmlformats.org/drawingml/2006/main" prst="rect">
            <a:avLst/>
          </a:prstGeom>
          <a:ln xmlns:a="http://schemas.openxmlformats.org/drawingml/2006/main">
            <a:noFill/>
          </a:ln>
        </p:spPr>
      </p:pic>
      <p:graphicFrame>
        <p:nvGraphicFramePr>
          <p:cNvPr id="296" name="Google Shape;296;p24">
            <a:extLst xmlns:a="http://schemas.openxmlformats.org/drawingml/2006/main">
              <a:ext uri="{FF2B5EF4-FFF2-40B4-BE49-F238E27FC236}">
                <a16:creationId xmlns:a16="http://schemas.microsoft.com/office/drawing/2014/main" id="{219C74DE-C013-43AA-A5FD-7E9E483B6028}"/>
              </a:ext>
            </a:extLst>
          </p:cNvPr>
          <p:cNvGraphicFramePr/>
          <p:nvPr/>
        </p:nvGraphicFramePr>
        <p:xfrm>
          <a:off xmlns:a="http://schemas.openxmlformats.org/drawingml/2006/main" x="571500" y="1400175"/>
          <a:ext xmlns:a="http://schemas.openxmlformats.org/drawingml/2006/main" cx="3000000" cy="3000000"/>
        </p:xfrm>
        <a:graphic xmlns:a="http://schemas.openxmlformats.org/drawingml/2006/main">
          <a:graphicData uri="http://schemas.openxmlformats.org/drawingml/2006/table">
            <a:tbl>
              <a:tblPr>
                <a:tableStyleId>{62ED9BA4-4FA7-4FEF-9CD9-25A31C81FDAC}</a:tableStyleId>
              </a:tblPr>
              <a:tblGrid>
                <a:gridCol w="2428875"/>
                <a:gridCol w="2428875"/>
                <a:gridCol w="6191250"/>
              </a:tblGrid>
              <a:tr h="558800">
                <a:tc>
                  <a:txBody>
                    <a:bodyPr/>
                    <a:lstStyle/>
                    <a:p>
                      <a:pPr marL="0" marR="0" lvl="0" indent="0" algn="l">
                        <a:lnSpc>
                          <a:spcPct val="100000"/>
                        </a:lnSpc>
                        <a:spcBef>
                          <a:spcPts val="0"/>
                        </a:spcBef>
                        <a:spcAft>
                          <a:spcPts val="0"/>
                        </a:spcAft>
                        <a:buClr>
                          <a:srgbClr val="000000"/>
                        </a:buClr>
                        <a:buSzPts val="1200"/>
                        <a:buFont typeface="Arial"/>
                        <a:buNone/>
                      </a:pPr>
                      <a:r>
                        <a:rPr sz="1200" b="1" u="none" strike="noStrike" cap="none">
                          <a:solidFill>
                            <a:srgbClr val="334155"/>
                          </a:solidFill>
                          <a:latin typeface="Inter"/>
                          <a:ea typeface="Inter"/>
                          <a:cs typeface="Inter"/>
                        </a:rPr>
                        <a:t>Failure mode</a:t>
                      </a:r>
                      <a:endParaRPr sz="1400" u="none" strike="noStrike" cap="none"/>
                    </a:p>
                  </a:txBody>
                  <a:tcPr marL="38100" marR="38100" marT="19050" marB="19050" anchor="ctr">
                    <a:lnL w="9525" cmpd="sng">
                      <a:solidFill>
                        <a:srgbClr val="E2E8F0"/>
                      </a:solidFill>
                      <a:prstDash val="solid"/>
                    </a:lnL>
                    <a:lnT w="9525" cmpd="sng">
                      <a:solidFill>
                        <a:srgbClr val="E2E8F0"/>
                      </a:solidFill>
                      <a:prstDash val="solid"/>
                    </a:lnT>
                    <a:solidFill>
                      <a:srgbClr val="E2E8F0"/>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1" u="none" strike="noStrike" cap="none">
                          <a:solidFill>
                            <a:srgbClr val="334155"/>
                          </a:solidFill>
                          <a:latin typeface="Inter"/>
                          <a:ea typeface="Inter"/>
                          <a:cs typeface="Inter"/>
                        </a:rPr>
                        <a:t>Hazard</a:t>
                      </a:r>
                      <a:endParaRPr sz="1400" u="none" strike="noStrike" cap="none"/>
                    </a:p>
                  </a:txBody>
                  <a:tcPr marL="38100" marR="38100" marT="19050" marB="19050" anchor="ctr">
                    <a:lnT w="9525" cmpd="sng">
                      <a:solidFill>
                        <a:srgbClr val="E2E8F0"/>
                      </a:solidFill>
                      <a:prstDash val="solid"/>
                    </a:lnT>
                    <a:solidFill>
                      <a:srgbClr val="E2E8F0"/>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1" u="none" strike="noStrike" cap="none">
                          <a:solidFill>
                            <a:srgbClr val="334155"/>
                          </a:solidFill>
                          <a:latin typeface="Inter"/>
                          <a:ea typeface="Inter"/>
                          <a:cs typeface="Inter"/>
                        </a:rPr>
                        <a:t>Physical / software protection</a:t>
                      </a:r>
                      <a:endParaRPr sz="1400" u="none" strike="noStrike" cap="none"/>
                    </a:p>
                  </a:txBody>
                  <a:tcPr marL="38100" marR="38100" marT="19050" marB="19050" anchor="ctr">
                    <a:lnR w="9525" cmpd="sng">
                      <a:solidFill>
                        <a:srgbClr val="E2E8F0"/>
                      </a:solidFill>
                      <a:prstDash val="solid"/>
                    </a:lnR>
                    <a:lnT w="9525" cmpd="sng">
                      <a:solidFill>
                        <a:srgbClr val="E2E8F0"/>
                      </a:solidFill>
                      <a:prstDash val="solid"/>
                    </a:lnT>
                    <a:solidFill>
                      <a:srgbClr val="E2E8F0"/>
                    </a:solidFill>
                  </a:tcPr>
                </a:tc>
              </a:tr>
              <a:tr h="558800">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Cable or elastic element breaks</a:t>
                      </a:r>
                      <a:endParaRPr sz="1400" u="none" strike="noStrike" cap="none"/>
                    </a:p>
                  </a:txBody>
                  <a:tcPr marL="38100" marR="38100" marT="19050" marB="19050" anchor="ctr">
                    <a:lnL w="9525" cmpd="sng">
                      <a:solidFill>
                        <a:srgbClr val="E2E8F0"/>
                      </a:solidFill>
                      <a:prstDash val="solid"/>
                    </a:lnL>
                    <a:solidFill>
                      <a:srgbClr val="F7F9FB"/>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Loss of elastic support</a:t>
                      </a:r>
                      <a:endParaRPr sz="1400" u="none" strike="noStrike" cap="none"/>
                    </a:p>
                  </a:txBody>
                  <a:tcPr marL="38100" marR="38100" marT="19050" marB="19050" anchor="ctr">
                    <a:solidFill>
                      <a:srgbClr val="F7F9FB"/>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Retained ends, hard stops and residual-support load test</a:t>
                      </a:r>
                      <a:endParaRPr sz="1400" u="none" strike="noStrike" cap="none"/>
                    </a:p>
                  </a:txBody>
                  <a:tcPr marL="38100" marR="38100" marT="19050" marB="19050" anchor="ctr">
                    <a:lnR w="9525" cmpd="sng">
                      <a:solidFill>
                        <a:srgbClr val="E2E8F0"/>
                      </a:solidFill>
                      <a:prstDash val="solid"/>
                    </a:lnR>
                    <a:solidFill>
                      <a:srgbClr val="F7F9FB"/>
                    </a:solidFill>
                  </a:tcPr>
                </a:tc>
              </a:tr>
              <a:tr h="558800">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Preload servo loss, stall or jam</a:t>
                      </a:r>
                      <a:endParaRPr sz="1400" u="none" strike="noStrike" cap="none"/>
                    </a:p>
                  </a:txBody>
                  <a:tcPr marL="38100" marR="38100" marT="19050" marB="19050" anchor="ctr">
                    <a:lnL w="9525" cmpd="sng">
                      <a:solidFill>
                        <a:srgbClr val="E2E8F0"/>
                      </a:solidFill>
                      <a:prstDash val="solid"/>
                    </a:lnL>
                    <a:solidFill>
                      <a:srgbClr val="FFFFFF"/>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Preload drift, overtravel or heating</a:t>
                      </a:r>
                      <a:endParaRPr sz="1400" u="none" strike="noStrike" cap="none"/>
                    </a:p>
                  </a:txBody>
                  <a:tcPr marL="38100" marR="38100" marT="19050" marB="19050" anchor="ctr">
                    <a:solidFill>
                      <a:srgbClr val="FFFFFF"/>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Hard stops, 12 NC end limits and 6 lock inputs. Qualify servo supply and positive holding locks.</a:t>
                      </a:r>
                      <a:endParaRPr sz="1400" u="none" strike="noStrike" cap="none"/>
                    </a:p>
                  </a:txBody>
                  <a:tcPr marL="38100" marR="38100" marT="19050" marB="19050" anchor="ctr">
                    <a:lnR w="9525" cmpd="sng">
                      <a:solidFill>
                        <a:srgbClr val="E2E8F0"/>
                      </a:solidFill>
                      <a:prstDash val="solid"/>
                    </a:lnR>
                    <a:solidFill>
                      <a:srgbClr val="FFFFFF"/>
                    </a:solidFill>
                  </a:tcPr>
                </a:tc>
              </a:tr>
              <a:tr h="558800">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IMU / logger fault or lost radio</a:t>
                      </a:r>
                      <a:endParaRPr sz="1400" u="none" strike="noStrike" cap="none"/>
                    </a:p>
                  </a:txBody>
                  <a:tcPr marL="38100" marR="38100" marT="19050" marB="19050" anchor="ctr">
                    <a:lnL w="9525" cmpd="sng">
                      <a:solidFill>
                        <a:srgbClr val="E2E8F0"/>
                      </a:solidFill>
                      <a:prstDash val="solid"/>
                    </a:lnL>
                    <a:solidFill>
                      <a:srgbClr val="F7F9FB"/>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Unsafe control command</a:t>
                      </a:r>
                      <a:endParaRPr sz="1400" u="none" strike="noStrike" cap="none"/>
                    </a:p>
                  </a:txBody>
                  <a:tcPr marL="38100" marR="38100" marT="19050" marB="19050" anchor="ctr">
                    <a:solidFill>
                      <a:srgbClr val="F7F9FB"/>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Watchdog stops PWM and enters a stopped state</a:t>
                      </a:r>
                      <a:endParaRPr sz="1400" u="none" strike="noStrike" cap="none"/>
                    </a:p>
                  </a:txBody>
                  <a:tcPr marL="38100" marR="38100" marT="19050" marB="19050" anchor="ctr">
                    <a:lnR w="9525" cmpd="sng">
                      <a:solidFill>
                        <a:srgbClr val="E2E8F0"/>
                      </a:solidFill>
                      <a:prstDash val="solid"/>
                    </a:lnR>
                    <a:solidFill>
                      <a:srgbClr val="F7F9FB"/>
                    </a:solidFill>
                  </a:tcPr>
                </a:tc>
              </a:tr>
              <a:tr h="558800">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Wheel stall / H-bridge heat</a:t>
                      </a:r>
                      <a:endParaRPr sz="1400" u="none" strike="noStrike" cap="none"/>
                    </a:p>
                  </a:txBody>
                  <a:tcPr marL="38100" marR="38100" marT="19050" marB="19050" anchor="ctr">
                    <a:lnL w="9525" cmpd="sng">
                      <a:solidFill>
                        <a:srgbClr val="E2E8F0"/>
                      </a:solidFill>
                      <a:prstDash val="solid"/>
                    </a:lnL>
                    <a:solidFill>
                      <a:srgbClr val="FFFFFF"/>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Overcurrent and overheating</a:t>
                      </a:r>
                      <a:endParaRPr sz="1400" u="none" strike="noStrike" cap="none"/>
                    </a:p>
                  </a:txBody>
                  <a:tcPr marL="38100" marR="38100" marT="19050" marB="19050" anchor="ctr">
                    <a:solidFill>
                      <a:srgbClr val="FFFFFF"/>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Qualify four drive branches for fusing, current cutoff and thermal protection. Test startup and stall loads.</a:t>
                      </a:r>
                      <a:endParaRPr sz="1400" u="none" strike="noStrike" cap="none"/>
                    </a:p>
                  </a:txBody>
                  <a:tcPr marL="38100" marR="38100" marT="19050" marB="19050" anchor="ctr">
                    <a:lnR w="9525" cmpd="sng">
                      <a:solidFill>
                        <a:srgbClr val="E2E8F0"/>
                      </a:solidFill>
                      <a:prstDash val="solid"/>
                    </a:lnR>
                    <a:solidFill>
                      <a:srgbClr val="FFFFFF"/>
                    </a:solidFill>
                  </a:tcPr>
                </a:tc>
              </a:tr>
              <a:tr h="558800">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Battery or wiring fault</a:t>
                      </a:r>
                      <a:endParaRPr sz="1400" u="none" strike="noStrike" cap="none"/>
                    </a:p>
                  </a:txBody>
                  <a:tcPr marL="38100" marR="38100" marT="19050" marB="19050" anchor="ctr">
                    <a:lnL w="9525" cmpd="sng">
                      <a:solidFill>
                        <a:srgbClr val="E2E8F0"/>
                      </a:solidFill>
                      <a:prstDash val="solid"/>
                    </a:lnL>
                    <a:lnB w="9525" cmpd="sng">
                      <a:solidFill>
                        <a:srgbClr val="E2E8F0"/>
                      </a:solidFill>
                      <a:prstDash val="solid"/>
                    </a:lnB>
                    <a:solidFill>
                      <a:srgbClr val="F7F9FB"/>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Fire or electric damage</a:t>
                      </a:r>
                      <a:endParaRPr sz="1400" u="none" strike="noStrike" cap="none"/>
                    </a:p>
                  </a:txBody>
                  <a:tcPr marL="38100" marR="38100" marT="19050" marB="19050" anchor="ctr">
                    <a:lnB w="9525" cmpd="sng">
                      <a:solidFill>
                        <a:srgbClr val="E2E8F0"/>
                      </a:solidFill>
                      <a:prstDash val="solid"/>
                    </a:lnB>
                    <a:solidFill>
                      <a:srgbClr val="F7F9FB"/>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Use a compatible 3S LiPo balance charger and discharge protection. The listed VRLA charger is incompatible.</a:t>
                      </a:r>
                      <a:endParaRPr sz="1400" u="none" strike="noStrike" cap="none"/>
                    </a:p>
                  </a:txBody>
                  <a:tcPr marL="38100" marR="38100" marT="19050" marB="19050" anchor="ctr">
                    <a:lnR w="9525" cmpd="sng">
                      <a:solidFill>
                        <a:srgbClr val="E2E8F0"/>
                      </a:solidFill>
                      <a:prstDash val="solid"/>
                    </a:lnR>
                    <a:lnB w="9525" cmpd="sng">
                      <a:solidFill>
                        <a:srgbClr val="E2E8F0"/>
                      </a:solidFill>
                      <a:prstDash val="solid"/>
                    </a:lnB>
                    <a:solidFill>
                      <a:srgbClr val="F7F9FB"/>
                    </a:solidFill>
                  </a:tcPr>
                </a:tc>
              </a:tr>
            </a:tbl>
          </a:graphicData>
        </a:graphic>
      </p:graphicFrame>
      <p:sp>
        <p:nvSpPr>
          <p:cNvPr id="297" name="Google Shape;297;p24">
            <a:extLst xmlns:a="http://schemas.openxmlformats.org/drawingml/2006/main">
              <a:ext uri="{FF2B5EF4-FFF2-40B4-BE49-F238E27FC236}">
                <a16:creationId xmlns:a16="http://schemas.microsoft.com/office/drawing/2014/main" id="{E9E173BA-D12D-4AF3-A920-D42BF52385DE}"/>
              </a:ext>
            </a:extLst>
          </p:cNvPr>
          <p:cNvSpPr>
            <a:spLocks xmlns:a="http://schemas.openxmlformats.org/drawingml/2006/main" noGrp="1"/>
          </p:cNvSpPr>
          <p:nvPr/>
        </p:nvSpPr>
        <p:spPr>
          <a:xfrm xmlns:a="http://schemas.openxmlformats.org/drawingml/2006/main">
            <a:off x="571500" y="5076825"/>
            <a:ext cx="5143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1" i="0" u="none" strike="noStrike" cap="none">
                <a:solidFill>
                  <a:srgbClr val="334155"/>
                </a:solidFill>
                <a:latin typeface="Inter"/>
                <a:ea typeface="Inter"/>
                <a:cs typeface="Inter"/>
              </a:rPr>
              <a:t>Physical fail-safes</a:t>
            </a:r>
            <a:endParaRPr sz="1400" b="0" i="0" u="none" strike="noStrike" cap="none">
              <a:solidFill>
                <a:srgbClr val="000000"/>
              </a:solidFill>
              <a:latin typeface="Arial"/>
              <a:ea typeface="Arial"/>
              <a:cs typeface="Arial"/>
            </a:endParaRPr>
          </a:p>
        </p:txBody>
      </p:sp>
      <p:sp>
        <p:nvSpPr>
          <p:cNvPr id="298" name="Google Shape;298;p24">
            <a:extLst xmlns:a="http://schemas.openxmlformats.org/drawingml/2006/main">
              <a:ext uri="{FF2B5EF4-FFF2-40B4-BE49-F238E27FC236}">
                <a16:creationId xmlns:a16="http://schemas.microsoft.com/office/drawing/2014/main" id="{490DC216-4962-4FA2-811D-AB4ED3F95C95}"/>
              </a:ext>
            </a:extLst>
          </p:cNvPr>
          <p:cNvSpPr>
            <a:spLocks xmlns:a="http://schemas.openxmlformats.org/drawingml/2006/main" noGrp="1"/>
          </p:cNvSpPr>
          <p:nvPr/>
        </p:nvSpPr>
        <p:spPr>
          <a:xfrm xmlns:a="http://schemas.openxmlformats.org/drawingml/2006/main">
            <a:off x="571500" y="5429250"/>
            <a:ext cx="51435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We will fit an NC emergency stop to cut wheel and servo power independently of firmware, and test manual reset, holding locks and guarded access.</a:t>
            </a:r>
            <a:endParaRPr sz="1400" b="0" i="0" u="none" strike="noStrike" cap="none">
              <a:solidFill>
                <a:srgbClr val="000000"/>
              </a:solidFill>
              <a:latin typeface="Arial"/>
              <a:ea typeface="Arial"/>
              <a:cs typeface="Arial"/>
            </a:endParaRPr>
          </a:p>
        </p:txBody>
      </p:sp>
      <p:sp>
        <p:nvSpPr>
          <p:cNvPr id="299" name="Google Shape;299;p24">
            <a:extLst xmlns:a="http://schemas.openxmlformats.org/drawingml/2006/main">
              <a:ext uri="{FF2B5EF4-FFF2-40B4-BE49-F238E27FC236}">
                <a16:creationId xmlns:a16="http://schemas.microsoft.com/office/drawing/2014/main" id="{C3DD7C92-BC0B-421F-BCBD-6C1B76E8C30A}"/>
              </a:ext>
            </a:extLst>
          </p:cNvPr>
          <p:cNvSpPr>
            <a:spLocks xmlns:a="http://schemas.openxmlformats.org/drawingml/2006/main" noGrp="1"/>
          </p:cNvSpPr>
          <p:nvPr/>
        </p:nvSpPr>
        <p:spPr>
          <a:xfrm xmlns:a="http://schemas.openxmlformats.org/drawingml/2006/main">
            <a:off x="6334125" y="5076825"/>
            <a:ext cx="5238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1" i="0" u="none" strike="noStrike" cap="none">
                <a:solidFill>
                  <a:srgbClr val="334155"/>
                </a:solidFill>
                <a:latin typeface="Inter"/>
                <a:ea typeface="Inter"/>
                <a:cs typeface="Inter"/>
              </a:rPr>
              <a:t>Design guidelines considered</a:t>
            </a:r>
            <a:endParaRPr sz="1400" b="0" i="0" u="none" strike="noStrike" cap="none">
              <a:solidFill>
                <a:srgbClr val="000000"/>
              </a:solidFill>
              <a:latin typeface="Arial"/>
              <a:ea typeface="Arial"/>
              <a:cs typeface="Arial"/>
            </a:endParaRPr>
          </a:p>
        </p:txBody>
      </p:sp>
      <p:sp>
        <p:nvSpPr>
          <p:cNvPr id="300" name="Google Shape;300;p24">
            <a:extLst xmlns:a="http://schemas.openxmlformats.org/drawingml/2006/main">
              <a:ext uri="{FF2B5EF4-FFF2-40B4-BE49-F238E27FC236}">
                <a16:creationId xmlns:a16="http://schemas.microsoft.com/office/drawing/2014/main" id="{2407FA05-E62F-415F-85E9-9FE6725AD914}"/>
              </a:ext>
            </a:extLst>
          </p:cNvPr>
          <p:cNvSpPr>
            <a:spLocks xmlns:a="http://schemas.openxmlformats.org/drawingml/2006/main" noGrp="1"/>
          </p:cNvSpPr>
          <p:nvPr/>
        </p:nvSpPr>
        <p:spPr>
          <a:xfrm xmlns:a="http://schemas.openxmlformats.org/drawingml/2006/main">
            <a:off x="6334125" y="5429250"/>
            <a:ext cx="523875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ISO 12100, ISO 13850 and IEC 60529. Bench-check safe reset, power loss and all six holding locks before loaded travel.</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88047208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6" name="Google Shape;306;p25">
            <a:extLst xmlns:a="http://schemas.openxmlformats.org/drawingml/2006/main">
              <a:ext uri="{FF2B5EF4-FFF2-40B4-BE49-F238E27FC236}">
                <a16:creationId xmlns:a16="http://schemas.microsoft.com/office/drawing/2014/main" id="{10E0C45E-A93F-4B62-89C9-BA108F9F2216}"/>
              </a:ext>
            </a:extLst>
          </p:cNvPr>
          <p:cNvSpPr>
            <a:spLocks xmlns:a="http://schemas.openxmlformats.org/drawingml/2006/main" noGrp="1"/>
          </p:cNvSpPr>
          <p:nvPr/>
        </p:nvSpPr>
        <p:spPr>
          <a:xfrm xmlns:a="http://schemas.openxmlformats.org/drawingml/2006/main">
            <a:off x="571500" y="476250"/>
            <a:ext cx="11601600" cy="388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1E3A8A"/>
                </a:solidFill>
                <a:latin typeface="Poppins"/>
                <a:ea typeface="Poppins"/>
                <a:cs typeface="Poppins"/>
              </a:rPr>
              <a:t>Roadmap</a:t>
            </a:r>
            <a:endParaRPr sz="1400" b="0" i="0" u="none" strike="noStrike" cap="none">
              <a:solidFill>
                <a:srgbClr val="000000"/>
              </a:solidFill>
              <a:latin typeface="Arial"/>
              <a:ea typeface="Arial"/>
              <a:cs typeface="Arial"/>
            </a:endParaRPr>
          </a:p>
        </p:txBody>
      </p:sp>
      <p:pic>
        <p:nvPicPr>
          <p:cNvPr id="307" name="Google Shape;307;p25">
            <a:extLst xmlns:a="http://schemas.openxmlformats.org/drawingml/2006/main">
              <a:ext uri="{FF2B5EF4-FFF2-40B4-BE49-F238E27FC236}">
                <a16:creationId xmlns:a16="http://schemas.microsoft.com/office/drawing/2014/main" id="{7F5BF2EF-9B94-477C-AB90-22512FD8A1A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194991b0e134290">
            <a:alphaModFix/>
          </a:blip>
          <a:srcRect xmlns:a="http://schemas.openxmlformats.org/drawingml/2006/main" l="0" t="0" r="0" b="0"/>
          <a:stretch xmlns:a="http://schemas.openxmlformats.org/drawingml/2006/main"/>
        </p:blipFill>
        <p:spPr>
          <a:xfrm xmlns:a="http://schemas.openxmlformats.org/drawingml/2006/main">
            <a:off x="11095194" y="6280800"/>
            <a:ext cx="1096806" cy="577200"/>
          </a:xfrm>
          <a:prstGeom xmlns:a="http://schemas.openxmlformats.org/drawingml/2006/main" prst="rect">
            <a:avLst/>
          </a:prstGeom>
          <a:ln xmlns:a="http://schemas.openxmlformats.org/drawingml/2006/main">
            <a:noFill/>
          </a:ln>
        </p:spPr>
      </p:pic>
      <p:pic>
        <p:nvPicPr>
          <p:cNvPr id="308" name="Google Shape;308;p25">
            <a:extLst xmlns:a="http://schemas.openxmlformats.org/drawingml/2006/main">
              <a:ext uri="{FF2B5EF4-FFF2-40B4-BE49-F238E27FC236}">
                <a16:creationId xmlns:a16="http://schemas.microsoft.com/office/drawing/2014/main" id="{32F45367-A2B7-4B61-AB04-A80D760CE2E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6473f64b9214f96">
            <a:alphaModFix/>
          </a:blip>
          <a:srcRect xmlns:a="http://schemas.openxmlformats.org/drawingml/2006/main" l="14673" t="33074" r="15820" b="44466"/>
          <a:stretch xmlns:a="http://schemas.openxmlformats.org/drawingml/2006/main"/>
        </p:blipFill>
        <p:spPr>
          <a:xfrm xmlns:a="http://schemas.openxmlformats.org/drawingml/2006/main">
            <a:off x="0" y="6280800"/>
            <a:ext cx="1786280" cy="577200"/>
          </a:xfrm>
          <a:prstGeom xmlns:a="http://schemas.openxmlformats.org/drawingml/2006/main" prst="rect">
            <a:avLst/>
          </a:prstGeom>
          <a:ln xmlns:a="http://schemas.openxmlformats.org/drawingml/2006/main">
            <a:noFill/>
          </a:ln>
        </p:spPr>
      </p:pic>
      <p:sp>
        <p:nvSpPr>
          <p:cNvPr id="309" name="Google Shape;309;p25">
            <a:extLst xmlns:a="http://schemas.openxmlformats.org/drawingml/2006/main">
              <a:ext uri="{FF2B5EF4-FFF2-40B4-BE49-F238E27FC236}">
                <a16:creationId xmlns:a16="http://schemas.microsoft.com/office/drawing/2014/main" id="{1AC2748A-31C0-4079-AB74-5B2315AFE97B}"/>
              </a:ext>
            </a:extLst>
          </p:cNvPr>
          <p:cNvSpPr>
            <a:spLocks xmlns:a="http://schemas.openxmlformats.org/drawingml/2006/main" noGrp="1"/>
          </p:cNvSpPr>
          <p:nvPr/>
        </p:nvSpPr>
        <p:spPr>
          <a:xfrm xmlns:a="http://schemas.openxmlformats.org/drawingml/2006/main">
            <a:off x="571500" y="1276350"/>
            <a:ext cx="11049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50"/>
              <a:buFont typeface="Arial"/>
              <a:buNone/>
            </a:pPr>
            <a:r>
              <a:rPr sz="1650" b="1" i="0" u="none" strike="noStrike" cap="none">
                <a:solidFill>
                  <a:srgbClr val="0284C7"/>
                </a:solidFill>
                <a:latin typeface="Poppins SemiBold"/>
                <a:ea typeface="Poppins SemiBold"/>
                <a:cs typeface="Poppins SemiBold"/>
              </a:rPr>
              <a:t>Build and qualify one joint before repeating it six times</a:t>
            </a:r>
            <a:endParaRPr sz="1400" b="0" i="0" u="none" strike="noStrike" cap="none">
              <a:solidFill>
                <a:srgbClr val="000000"/>
              </a:solidFill>
              <a:latin typeface="Arial"/>
              <a:ea typeface="Arial"/>
              <a:cs typeface="Arial"/>
            </a:endParaRPr>
          </a:p>
        </p:txBody>
      </p:sp>
      <p:graphicFrame>
        <p:nvGraphicFramePr>
          <p:cNvPr id="310" name="Google Shape;310;p25">
            <a:extLst xmlns:a="http://schemas.openxmlformats.org/drawingml/2006/main">
              <a:ext uri="{FF2B5EF4-FFF2-40B4-BE49-F238E27FC236}">
                <a16:creationId xmlns:a16="http://schemas.microsoft.com/office/drawing/2014/main" id="{E49C684C-BB9C-4EF6-954B-0A690414E20D}"/>
              </a:ext>
            </a:extLst>
          </p:cNvPr>
          <p:cNvGraphicFramePr/>
          <p:nvPr/>
        </p:nvGraphicFramePr>
        <p:xfrm>
          <a:off xmlns:a="http://schemas.openxmlformats.org/drawingml/2006/main" x="571500" y="1809750"/>
          <a:ext xmlns:a="http://schemas.openxmlformats.org/drawingml/2006/main" cx="3000000" cy="3000000"/>
        </p:xfrm>
        <a:graphic xmlns:a="http://schemas.openxmlformats.org/drawingml/2006/main">
          <a:graphicData uri="http://schemas.openxmlformats.org/drawingml/2006/table">
            <a:tbl>
              <a:tblPr>
                <a:tableStyleId>{62ED9BA4-4FA7-4FEF-9CD9-25A31C81FDAC}</a:tableStyleId>
              </a:tblPr>
              <a:tblGrid>
                <a:gridCol w="809625"/>
                <a:gridCol w="6238875"/>
                <a:gridCol w="4000500"/>
              </a:tblGrid>
              <a:tr h="687700">
                <a:tc>
                  <a:txBody>
                    <a:bodyPr/>
                    <a:lstStyle/>
                    <a:p>
                      <a:pPr marL="0" marR="0" lvl="0" indent="0" algn="l">
                        <a:lnSpc>
                          <a:spcPct val="100000"/>
                        </a:lnSpc>
                        <a:spcBef>
                          <a:spcPts val="0"/>
                        </a:spcBef>
                        <a:spcAft>
                          <a:spcPts val="0"/>
                        </a:spcAft>
                        <a:buClr>
                          <a:srgbClr val="000000"/>
                        </a:buClr>
                        <a:buSzPts val="1275"/>
                        <a:buFont typeface="Arial"/>
                        <a:buNone/>
                      </a:pPr>
                      <a:r>
                        <a:rPr sz="1275" b="1" u="none" strike="noStrike" cap="none">
                          <a:solidFill>
                            <a:srgbClr val="334155"/>
                          </a:solidFill>
                          <a:latin typeface="Inter"/>
                          <a:ea typeface="Inter"/>
                          <a:cs typeface="Inter"/>
                        </a:rPr>
                        <a:t>Month</a:t>
                      </a:r>
                      <a:endParaRPr sz="1400" u="none" strike="noStrike" cap="none"/>
                    </a:p>
                  </a:txBody>
                  <a:tcPr marL="38100" marR="38100" marT="19050" marB="19050" anchor="ctr">
                    <a:lnL w="9525" cmpd="sng">
                      <a:solidFill>
                        <a:srgbClr val="E2E8F0"/>
                      </a:solidFill>
                      <a:prstDash val="solid"/>
                    </a:lnL>
                    <a:lnT w="9525" cmpd="sng">
                      <a:solidFill>
                        <a:srgbClr val="E2E8F0"/>
                      </a:solidFill>
                      <a:prstDash val="solid"/>
                    </a:lnT>
                    <a:solidFill>
                      <a:srgbClr val="E2E8F0"/>
                    </a:solidFill>
                  </a:tcPr>
                </a:tc>
                <a:tc>
                  <a:txBody>
                    <a:bodyPr/>
                    <a:lstStyle/>
                    <a:p>
                      <a:pPr marL="0" marR="0" lvl="0" indent="0" algn="l">
                        <a:lnSpc>
                          <a:spcPct val="100000"/>
                        </a:lnSpc>
                        <a:spcBef>
                          <a:spcPts val="0"/>
                        </a:spcBef>
                        <a:spcAft>
                          <a:spcPts val="0"/>
                        </a:spcAft>
                        <a:buClr>
                          <a:srgbClr val="000000"/>
                        </a:buClr>
                        <a:buSzPts val="1275"/>
                        <a:buFont typeface="Arial"/>
                        <a:buNone/>
                      </a:pPr>
                      <a:r>
                        <a:rPr sz="1275" b="1" u="none" strike="noStrike" cap="none">
                          <a:solidFill>
                            <a:srgbClr val="334155"/>
                          </a:solidFill>
                          <a:latin typeface="Inter"/>
                          <a:ea typeface="Inter"/>
                          <a:cs typeface="Inter"/>
                        </a:rPr>
                        <a:t>Build and integration work</a:t>
                      </a:r>
                      <a:endParaRPr sz="1400" u="none" strike="noStrike" cap="none"/>
                    </a:p>
                  </a:txBody>
                  <a:tcPr marL="38100" marR="38100" marT="19050" marB="19050" anchor="ctr">
                    <a:lnT w="9525" cmpd="sng">
                      <a:solidFill>
                        <a:srgbClr val="E2E8F0"/>
                      </a:solidFill>
                      <a:prstDash val="solid"/>
                    </a:lnT>
                    <a:solidFill>
                      <a:srgbClr val="E2E8F0"/>
                    </a:solidFill>
                  </a:tcPr>
                </a:tc>
                <a:tc>
                  <a:txBody>
                    <a:bodyPr/>
                    <a:lstStyle/>
                    <a:p>
                      <a:pPr marL="0" marR="0" lvl="0" indent="0" algn="l">
                        <a:lnSpc>
                          <a:spcPct val="100000"/>
                        </a:lnSpc>
                        <a:spcBef>
                          <a:spcPts val="0"/>
                        </a:spcBef>
                        <a:spcAft>
                          <a:spcPts val="0"/>
                        </a:spcAft>
                        <a:buClr>
                          <a:srgbClr val="000000"/>
                        </a:buClr>
                        <a:buSzPts val="1275"/>
                        <a:buFont typeface="Arial"/>
                        <a:buNone/>
                      </a:pPr>
                      <a:r>
                        <a:rPr sz="1275" b="1" u="none" strike="noStrike" cap="none">
                          <a:solidFill>
                            <a:srgbClr val="334155"/>
                          </a:solidFill>
                          <a:latin typeface="Inter"/>
                          <a:ea typeface="Inter"/>
                          <a:cs typeface="Inter"/>
                        </a:rPr>
                        <a:t>Exit gate</a:t>
                      </a:r>
                      <a:endParaRPr sz="1400" u="none" strike="noStrike" cap="none"/>
                    </a:p>
                  </a:txBody>
                  <a:tcPr marL="38100" marR="38100" marT="19050" marB="19050" anchor="ctr">
                    <a:lnR w="9525" cmpd="sng">
                      <a:solidFill>
                        <a:srgbClr val="E2E8F0"/>
                      </a:solidFill>
                      <a:prstDash val="solid"/>
                    </a:lnR>
                    <a:lnT w="9525" cmpd="sng">
                      <a:solidFill>
                        <a:srgbClr val="E2E8F0"/>
                      </a:solidFill>
                      <a:prstDash val="solid"/>
                    </a:lnT>
                    <a:solidFill>
                      <a:srgbClr val="E2E8F0"/>
                    </a:solidFill>
                  </a:tcPr>
                </a:tc>
              </a:tr>
              <a:tr h="687700">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1</a:t>
                      </a:r>
                      <a:endParaRPr sz="1400" u="none" strike="noStrike" cap="none"/>
                    </a:p>
                  </a:txBody>
                  <a:tcPr marL="38100" marR="38100" marT="19050" marB="19050" anchor="ctr">
                    <a:lnL w="9525" cmpd="sng">
                      <a:solidFill>
                        <a:srgbClr val="E2E8F0"/>
                      </a:solidFill>
                      <a:prstDash val="solid"/>
                    </a:lnL>
                    <a:solidFill>
                      <a:srgbClr val="F7F9FB"/>
                    </a:solidFill>
                  </a:tcPr>
                </a:tc>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Confirm servo rotation, 6 mm travel, 51100 seats and power/charger interfaces. Make one joint.</a:t>
                      </a:r>
                      <a:endParaRPr sz="1400" u="none" strike="noStrike" cap="none"/>
                    </a:p>
                  </a:txBody>
                  <a:tcPr marL="38100" marR="38100" marT="19050" marB="19050" anchor="ctr">
                    <a:solidFill>
                      <a:srgbClr val="F7F9FB"/>
                    </a:solidFill>
                  </a:tcPr>
                </a:tc>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Demonstrate travel, locking, force response and temperature under staged loads</a:t>
                      </a:r>
                      <a:endParaRPr sz="1400" u="none" strike="noStrike" cap="none"/>
                    </a:p>
                  </a:txBody>
                  <a:tcPr marL="38100" marR="38100" marT="19050" marB="19050" anchor="ctr">
                    <a:lnR w="9525" cmpd="sng">
                      <a:solidFill>
                        <a:srgbClr val="E2E8F0"/>
                      </a:solidFill>
                      <a:prstDash val="solid"/>
                    </a:lnR>
                    <a:solidFill>
                      <a:srgbClr val="F7F9FB"/>
                    </a:solidFill>
                  </a:tcPr>
                </a:tc>
              </a:tr>
              <a:tr h="687700">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2</a:t>
                      </a:r>
                      <a:endParaRPr sz="1400" u="none" strike="noStrike" cap="none"/>
                    </a:p>
                  </a:txBody>
                  <a:tcPr marL="38100" marR="38100" marT="19050" marB="19050" anchor="ctr">
                    <a:lnL w="9525" cmpd="sng">
                      <a:solidFill>
                        <a:srgbClr val="E2E8F0"/>
                      </a:solidFill>
                      <a:prstDash val="solid"/>
                    </a:lnL>
                    <a:solidFill>
                      <a:srgbClr val="FFFFFF"/>
                    </a:solidFill>
                  </a:tcPr>
                </a:tc>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Build six joints, four driven and two passive wheels. Fit 4 BTS7960, 6 PCA9685 and the controllers.</a:t>
                      </a:r>
                      <a:endParaRPr sz="1400" u="none" strike="noStrike" cap="none"/>
                    </a:p>
                  </a:txBody>
                  <a:tcPr marL="38100" marR="38100" marT="19050" marB="19050" anchor="ctr">
                    <a:solidFill>
                      <a:srgbClr val="FFFFFF"/>
                    </a:solidFill>
                  </a:tcPr>
                </a:tc>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Verify E-stop, end limits, locks, converter margin and staged static loads</a:t>
                      </a:r>
                      <a:endParaRPr sz="1400" u="none" strike="noStrike" cap="none"/>
                    </a:p>
                  </a:txBody>
                  <a:tcPr marL="38100" marR="38100" marT="19050" marB="19050" anchor="ctr">
                    <a:lnR w="9525" cmpd="sng">
                      <a:solidFill>
                        <a:srgbClr val="E2E8F0"/>
                      </a:solidFill>
                      <a:prstDash val="solid"/>
                    </a:lnR>
                    <a:solidFill>
                      <a:srgbClr val="FFFFFF"/>
                    </a:solidFill>
                  </a:tcPr>
                </a:tc>
              </a:tr>
              <a:tr h="687700">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3</a:t>
                      </a:r>
                      <a:endParaRPr sz="1400" u="none" strike="noStrike" cap="none"/>
                    </a:p>
                  </a:txBody>
                  <a:tcPr marL="38100" marR="38100" marT="19050" marB="19050" anchor="ctr">
                    <a:lnL w="9525" cmpd="sng">
                      <a:solidFill>
                        <a:srgbClr val="E2E8F0"/>
                      </a:solidFill>
                      <a:prstDash val="solid"/>
                    </a:lnL>
                    <a:solidFill>
                      <a:srgbClr val="F7F9FB"/>
                    </a:solidFill>
                  </a:tcPr>
                </a:tc>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Calibrate 3 ADXL345, MPU6050 and the listed encoder. Qualify Hall feedback and implement control.</a:t>
                      </a:r>
                      <a:endParaRPr sz="1400" u="none" strike="noStrike" cap="none"/>
                    </a:p>
                  </a:txBody>
                  <a:tcPr marL="38100" marR="38100" marT="19050" marB="19050" anchor="ctr">
                    <a:solidFill>
                      <a:srgbClr val="F7F9FB"/>
                    </a:solidFill>
                  </a:tcPr>
                </a:tc>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Reliable logs, repeatable preload settings and safe fault handling</a:t>
                      </a:r>
                      <a:endParaRPr sz="1400" u="none" strike="noStrike" cap="none"/>
                    </a:p>
                  </a:txBody>
                  <a:tcPr marL="38100" marR="38100" marT="19050" marB="19050" anchor="ctr">
                    <a:lnR w="9525" cmpd="sng">
                      <a:solidFill>
                        <a:srgbClr val="E2E8F0"/>
                      </a:solidFill>
                      <a:prstDash val="solid"/>
                    </a:lnR>
                    <a:solidFill>
                      <a:srgbClr val="F7F9FB"/>
                    </a:solidFill>
                  </a:tcPr>
                </a:tc>
              </a:tr>
              <a:tr h="687700">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4</a:t>
                      </a:r>
                      <a:endParaRPr sz="1400" u="none" strike="noStrike" cap="none"/>
                    </a:p>
                  </a:txBody>
                  <a:tcPr marL="38100" marR="38100" marT="19050" marB="19050" anchor="ctr">
                    <a:lnL w="9525" cmpd="sng">
                      <a:solidFill>
                        <a:srgbClr val="E2E8F0"/>
                      </a:solidFill>
                      <a:prstDash val="solid"/>
                    </a:lnL>
                    <a:lnB w="9525" cmpd="sng">
                      <a:solidFill>
                        <a:srgbClr val="E2E8F0"/>
                      </a:solidFill>
                      <a:prstDash val="solid"/>
                    </a:lnB>
                    <a:solidFill>
                      <a:srgbClr val="FFFFFF"/>
                    </a:solidFill>
                  </a:tcPr>
                </a:tc>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Repeat fixed and adaptive tests on the same rough track, speed and payload.</a:t>
                      </a:r>
                      <a:endParaRPr sz="1400" u="none" strike="noStrike" cap="none"/>
                    </a:p>
                  </a:txBody>
                  <a:tcPr marL="38100" marR="38100" marT="19050" marB="19050" anchor="ctr">
                    <a:lnB w="9525" cmpd="sng">
                      <a:solidFill>
                        <a:srgbClr val="E2E8F0"/>
                      </a:solidFill>
                      <a:prstDash val="solid"/>
                    </a:lnB>
                    <a:solidFill>
                      <a:srgbClr val="FFFFFF"/>
                    </a:solidFill>
                  </a:tcPr>
                </a:tc>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Compare vibration, total route time and energy. Retain the raw logs</a:t>
                      </a:r>
                      <a:endParaRPr sz="1400" u="none" strike="noStrike" cap="none"/>
                    </a:p>
                  </a:txBody>
                  <a:tcPr marL="38100" marR="38100" marT="19050" marB="19050" anchor="ctr">
                    <a:lnR w="9525" cmpd="sng">
                      <a:solidFill>
                        <a:srgbClr val="E2E8F0"/>
                      </a:solidFill>
                      <a:prstDash val="solid"/>
                    </a:lnR>
                    <a:lnB w="9525" cmpd="sng">
                      <a:solidFill>
                        <a:srgbClr val="E2E8F0"/>
                      </a:solidFill>
                      <a:prstDash val="solid"/>
                    </a:lnB>
                    <a:solidFill>
                      <a:srgbClr val="FFFFFF"/>
                    </a:solidFill>
                  </a:tcPr>
                </a:tc>
              </a:tr>
            </a:tbl>
          </a:graphicData>
        </a:graphic>
      </p:graphicFrame>
      <p:sp>
        <p:nvSpPr>
          <p:cNvPr id="311" name="Google Shape;311;p25">
            <a:extLst xmlns:a="http://schemas.openxmlformats.org/drawingml/2006/main">
              <a:ext uri="{FF2B5EF4-FFF2-40B4-BE49-F238E27FC236}">
                <a16:creationId xmlns:a16="http://schemas.microsoft.com/office/drawing/2014/main" id="{9578005C-52FA-45AB-ADBE-7869FAB7BD6C}"/>
              </a:ext>
            </a:extLst>
          </p:cNvPr>
          <p:cNvSpPr>
            <a:spLocks xmlns:a="http://schemas.openxmlformats.org/drawingml/2006/main" noGrp="1"/>
          </p:cNvSpPr>
          <p:nvPr/>
        </p:nvSpPr>
        <p:spPr>
          <a:xfrm xmlns:a="http://schemas.openxmlformats.org/drawingml/2006/main">
            <a:off x="571500" y="5667375"/>
            <a:ext cx="1085850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500"/>
              <a:buFont typeface="Arial"/>
              <a:buNone/>
            </a:pPr>
            <a:r>
              <a:rPr sz="1500" b="1" i="0" u="none" strike="noStrike" cap="none">
                <a:solidFill>
                  <a:srgbClr val="087C82"/>
                </a:solidFill>
                <a:latin typeface="Inter"/>
                <a:ea typeface="Inter"/>
                <a:cs typeface="Inter"/>
              </a:rPr>
              <a:t>Stage 3 target: a working rover ready for a controlled rough-terrain demonstration, supported by repeatable test data.</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49132362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7" name="Google Shape;317;p26">
            <a:extLst xmlns:a="http://schemas.openxmlformats.org/drawingml/2006/main">
              <a:ext uri="{FF2B5EF4-FFF2-40B4-BE49-F238E27FC236}">
                <a16:creationId xmlns:a16="http://schemas.microsoft.com/office/drawing/2014/main" id="{5F0BA3FE-4A0C-47D0-8187-A369A8AD4979}"/>
              </a:ext>
            </a:extLst>
          </p:cNvPr>
          <p:cNvSpPr>
            <a:spLocks xmlns:a="http://schemas.openxmlformats.org/drawingml/2006/main" noGrp="1"/>
          </p:cNvSpPr>
          <p:nvPr/>
        </p:nvSpPr>
        <p:spPr>
          <a:xfrm xmlns:a="http://schemas.openxmlformats.org/drawingml/2006/main">
            <a:off x="571500" y="476250"/>
            <a:ext cx="11601600" cy="388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1E3A8A"/>
                </a:solidFill>
                <a:latin typeface="Poppins"/>
                <a:ea typeface="Poppins"/>
                <a:cs typeface="Poppins"/>
              </a:rPr>
              <a:t>Technical Challenges &amp; Risks</a:t>
            </a:r>
            <a:endParaRPr sz="1400" b="0" i="0" u="none" strike="noStrike" cap="none">
              <a:solidFill>
                <a:srgbClr val="000000"/>
              </a:solidFill>
              <a:latin typeface="Arial"/>
              <a:ea typeface="Arial"/>
              <a:cs typeface="Arial"/>
            </a:endParaRPr>
          </a:p>
        </p:txBody>
      </p:sp>
      <p:pic>
        <p:nvPicPr>
          <p:cNvPr id="318" name="Google Shape;318;p26">
            <a:extLst xmlns:a="http://schemas.openxmlformats.org/drawingml/2006/main">
              <a:ext uri="{FF2B5EF4-FFF2-40B4-BE49-F238E27FC236}">
                <a16:creationId xmlns:a16="http://schemas.microsoft.com/office/drawing/2014/main" id="{3B463EE2-0ADB-4CD4-A5CA-2C0EFE06DE6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1c8e7bbb743441a">
            <a:alphaModFix/>
          </a:blip>
          <a:srcRect xmlns:a="http://schemas.openxmlformats.org/drawingml/2006/main" l="0" t="0" r="0" b="0"/>
          <a:stretch xmlns:a="http://schemas.openxmlformats.org/drawingml/2006/main"/>
        </p:blipFill>
        <p:spPr>
          <a:xfrm xmlns:a="http://schemas.openxmlformats.org/drawingml/2006/main">
            <a:off x="11095194" y="6280800"/>
            <a:ext cx="1096806" cy="577200"/>
          </a:xfrm>
          <a:prstGeom xmlns:a="http://schemas.openxmlformats.org/drawingml/2006/main" prst="rect">
            <a:avLst/>
          </a:prstGeom>
          <a:ln xmlns:a="http://schemas.openxmlformats.org/drawingml/2006/main">
            <a:noFill/>
          </a:ln>
        </p:spPr>
      </p:pic>
      <p:pic>
        <p:nvPicPr>
          <p:cNvPr id="319" name="Google Shape;319;p26">
            <a:extLst xmlns:a="http://schemas.openxmlformats.org/drawingml/2006/main">
              <a:ext uri="{FF2B5EF4-FFF2-40B4-BE49-F238E27FC236}">
                <a16:creationId xmlns:a16="http://schemas.microsoft.com/office/drawing/2014/main" id="{1BA644E8-1ABC-47E0-9862-D3540442B57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b61b2622bce440a">
            <a:alphaModFix/>
          </a:blip>
          <a:srcRect xmlns:a="http://schemas.openxmlformats.org/drawingml/2006/main" l="14673" t="33074" r="15820" b="44466"/>
          <a:stretch xmlns:a="http://schemas.openxmlformats.org/drawingml/2006/main"/>
        </p:blipFill>
        <p:spPr>
          <a:xfrm xmlns:a="http://schemas.openxmlformats.org/drawingml/2006/main">
            <a:off x="0" y="6280800"/>
            <a:ext cx="1786280" cy="577200"/>
          </a:xfrm>
          <a:prstGeom xmlns:a="http://schemas.openxmlformats.org/drawingml/2006/main" prst="rect">
            <a:avLst/>
          </a:prstGeom>
          <a:ln xmlns:a="http://schemas.openxmlformats.org/drawingml/2006/main">
            <a:noFill/>
          </a:ln>
        </p:spPr>
      </p:pic>
      <p:graphicFrame>
        <p:nvGraphicFramePr>
          <p:cNvPr id="320" name="Google Shape;320;p26">
            <a:extLst xmlns:a="http://schemas.openxmlformats.org/drawingml/2006/main">
              <a:ext uri="{FF2B5EF4-FFF2-40B4-BE49-F238E27FC236}">
                <a16:creationId xmlns:a16="http://schemas.microsoft.com/office/drawing/2014/main" id="{9BC16462-0296-43AF-AA85-0446785F6388}"/>
              </a:ext>
            </a:extLst>
          </p:cNvPr>
          <p:cNvGraphicFramePr/>
          <p:nvPr/>
        </p:nvGraphicFramePr>
        <p:xfrm>
          <a:off xmlns:a="http://schemas.openxmlformats.org/drawingml/2006/main" x="571500" y="1400175"/>
          <a:ext xmlns:a="http://schemas.openxmlformats.org/drawingml/2006/main" cx="3000000" cy="3000000"/>
        </p:xfrm>
        <a:graphic xmlns:a="http://schemas.openxmlformats.org/drawingml/2006/main">
          <a:graphicData uri="http://schemas.openxmlformats.org/drawingml/2006/table">
            <a:tbl>
              <a:tblPr>
                <a:tableStyleId>{62ED9BA4-4FA7-4FEF-9CD9-25A31C81FDAC}</a:tableStyleId>
              </a:tblPr>
              <a:tblGrid>
                <a:gridCol w="2952750"/>
                <a:gridCol w="8096250"/>
              </a:tblGrid>
              <a:tr h="682625">
                <a:tc>
                  <a:txBody>
                    <a:bodyPr/>
                    <a:lstStyle/>
                    <a:p>
                      <a:pPr marL="0" marR="0" lvl="0" indent="0" algn="l">
                        <a:lnSpc>
                          <a:spcPct val="100000"/>
                        </a:lnSpc>
                        <a:spcBef>
                          <a:spcPts val="0"/>
                        </a:spcBef>
                        <a:spcAft>
                          <a:spcPts val="0"/>
                        </a:spcAft>
                        <a:buClr>
                          <a:srgbClr val="000000"/>
                        </a:buClr>
                        <a:buSzPts val="1275"/>
                        <a:buFont typeface="Arial"/>
                        <a:buNone/>
                      </a:pPr>
                      <a:r>
                        <a:rPr sz="1275" b="1" u="none" strike="noStrike" cap="none">
                          <a:solidFill>
                            <a:srgbClr val="334155"/>
                          </a:solidFill>
                          <a:latin typeface="Inter"/>
                          <a:ea typeface="Inter"/>
                          <a:cs typeface="Inter"/>
                        </a:rPr>
                        <a:t>Constraint</a:t>
                      </a:r>
                      <a:endParaRPr sz="1400" u="none" strike="noStrike" cap="none"/>
                    </a:p>
                  </a:txBody>
                  <a:tcPr marL="38100" marR="38100" marT="19050" marB="19050" anchor="ctr">
                    <a:lnL w="9525" cmpd="sng">
                      <a:solidFill>
                        <a:srgbClr val="E2E8F0"/>
                      </a:solidFill>
                      <a:prstDash val="solid"/>
                    </a:lnL>
                    <a:lnT w="9525" cmpd="sng">
                      <a:solidFill>
                        <a:srgbClr val="E2E8F0"/>
                      </a:solidFill>
                      <a:prstDash val="solid"/>
                    </a:lnT>
                    <a:solidFill>
                      <a:srgbClr val="E2E8F0"/>
                    </a:solidFill>
                  </a:tcPr>
                </a:tc>
                <a:tc>
                  <a:txBody>
                    <a:bodyPr/>
                    <a:lstStyle/>
                    <a:p>
                      <a:pPr marL="0" marR="0" lvl="0" indent="0" algn="l">
                        <a:lnSpc>
                          <a:spcPct val="100000"/>
                        </a:lnSpc>
                        <a:spcBef>
                          <a:spcPts val="0"/>
                        </a:spcBef>
                        <a:spcAft>
                          <a:spcPts val="0"/>
                        </a:spcAft>
                        <a:buClr>
                          <a:srgbClr val="000000"/>
                        </a:buClr>
                        <a:buSzPts val="1275"/>
                        <a:buFont typeface="Arial"/>
                        <a:buNone/>
                      </a:pPr>
                      <a:r>
                        <a:rPr sz="1275" b="1" u="none" strike="noStrike" cap="none">
                          <a:solidFill>
                            <a:srgbClr val="334155"/>
                          </a:solidFill>
                          <a:latin typeface="Inter"/>
                          <a:ea typeface="Inter"/>
                          <a:cs typeface="Inter"/>
                        </a:rPr>
                        <a:t>Evidence / current limitation</a:t>
                      </a:r>
                      <a:endParaRPr sz="1400" u="none" strike="noStrike" cap="none"/>
                    </a:p>
                  </a:txBody>
                  <a:tcPr marL="38100" marR="38100" marT="19050" marB="19050" anchor="ctr">
                    <a:lnR w="9525" cmpd="sng">
                      <a:solidFill>
                        <a:srgbClr val="E2E8F0"/>
                      </a:solidFill>
                      <a:prstDash val="solid"/>
                    </a:lnR>
                    <a:lnT w="9525" cmpd="sng">
                      <a:solidFill>
                        <a:srgbClr val="E2E8F0"/>
                      </a:solidFill>
                      <a:prstDash val="solid"/>
                    </a:lnT>
                    <a:solidFill>
                      <a:srgbClr val="E2E8F0"/>
                    </a:solidFill>
                  </a:tcPr>
                </a:tc>
              </a:tr>
              <a:tr h="682625">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30 kg in a compact chassis</a:t>
                      </a:r>
                      <a:endParaRPr sz="1400" u="none" strike="noStrike" cap="none"/>
                    </a:p>
                  </a:txBody>
                  <a:tcPr marL="38100" marR="38100" marT="19050" marB="19050" anchor="ctr">
                    <a:lnL w="9525" cmpd="sng">
                      <a:solidFill>
                        <a:srgbClr val="E2E8F0"/>
                      </a:solidFill>
                      <a:prstDash val="solid"/>
                    </a:lnL>
                    <a:solidFill>
                      <a:srgbClr val="F7F9FB"/>
                    </a:solidFill>
                  </a:tcPr>
                </a:tc>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294.3 N provisional wheel screen and 19.13 Nm arm moment.</a:t>
                      </a:r>
                      <a:endParaRPr sz="1400" u="none" strike="noStrike" cap="none"/>
                    </a:p>
                  </a:txBody>
                  <a:tcPr marL="38100" marR="38100" marT="19050" marB="19050" anchor="ctr">
                    <a:lnR w="9525" cmpd="sng">
                      <a:solidFill>
                        <a:srgbClr val="E2E8F0"/>
                      </a:solidFill>
                      <a:prstDash val="solid"/>
                    </a:lnR>
                    <a:solidFill>
                      <a:srgbClr val="F7F9FB"/>
                    </a:solidFill>
                  </a:tcPr>
                </a:tc>
              </a:tr>
              <a:tr h="682625">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Servo and bearing interfaces</a:t>
                      </a:r>
                      <a:endParaRPr sz="1400" u="none" strike="noStrike" cap="none"/>
                    </a:p>
                  </a:txBody>
                  <a:tcPr marL="38100" marR="38100" marT="19050" marB="19050" anchor="ctr">
                    <a:lnL w="9525" cmpd="sng">
                      <a:solidFill>
                        <a:srgbClr val="E2E8F0"/>
                      </a:solidFill>
                      <a:prstDash val="solid"/>
                    </a:lnL>
                    <a:solidFill>
                      <a:srgbClr val="FFFFFF"/>
                    </a:solidFill>
                  </a:tcPr>
                </a:tc>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6 mm screw travel requires 12 turns. Confirm servo output rotation. The selected 51100 thrust bearings need revised seats.</a:t>
                      </a:r>
                      <a:endParaRPr sz="1400" u="none" strike="noStrike" cap="none"/>
                    </a:p>
                  </a:txBody>
                  <a:tcPr marL="38100" marR="38100" marT="19050" marB="19050" anchor="ctr">
                    <a:lnR w="9525" cmpd="sng">
                      <a:solidFill>
                        <a:srgbClr val="E2E8F0"/>
                      </a:solidFill>
                      <a:prstDash val="solid"/>
                    </a:lnR>
                    <a:solidFill>
                      <a:srgbClr val="FFFFFF"/>
                    </a:solidFill>
                  </a:tcPr>
                </a:tc>
              </a:tr>
              <a:tr h="682625">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Stiffness, friction and damping</a:t>
                      </a:r>
                      <a:endParaRPr sz="1400" u="none" strike="noStrike" cap="none"/>
                    </a:p>
                  </a:txBody>
                  <a:tcPr marL="38100" marR="38100" marT="19050" marB="19050" anchor="ctr">
                    <a:lnL w="9525" cmpd="sng">
                      <a:solidFill>
                        <a:srgbClr val="E2E8F0"/>
                      </a:solidFill>
                      <a:prstDash val="solid"/>
                    </a:lnL>
                    <a:solidFill>
                      <a:srgbClr val="F7F9FB"/>
                    </a:solidFill>
                  </a:tcPr>
                </a:tc>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Preload response depends on elastic force and guide friction. No measured stiffness or damping curve yet.</a:t>
                      </a:r>
                      <a:endParaRPr sz="1400" u="none" strike="noStrike" cap="none"/>
                    </a:p>
                  </a:txBody>
                  <a:tcPr marL="38100" marR="38100" marT="19050" marB="19050" anchor="ctr">
                    <a:lnR w="9525" cmpd="sng">
                      <a:solidFill>
                        <a:srgbClr val="E2E8F0"/>
                      </a:solidFill>
                      <a:prstDash val="solid"/>
                    </a:lnR>
                    <a:solidFill>
                      <a:srgbClr val="F7F9FB"/>
                    </a:solidFill>
                  </a:tcPr>
                </a:tc>
              </a:tr>
              <a:tr h="682625">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Drive and feedback coverage</a:t>
                      </a:r>
                      <a:endParaRPr sz="1400" u="none" strike="noStrike" cap="none"/>
                    </a:p>
                  </a:txBody>
                  <a:tcPr marL="38100" marR="38100" marT="19050" marB="19050" anchor="ctr">
                    <a:lnL w="9525" cmpd="sng">
                      <a:solidFill>
                        <a:srgbClr val="E2E8F0"/>
                      </a:solidFill>
                      <a:prstDash val="solid"/>
                    </a:lnL>
                    <a:solidFill>
                      <a:srgbClr val="FFFFFF"/>
                    </a:solidFill>
                  </a:tcPr>
                </a:tc>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300 rpm gives 1.304 m/s nominal at 83 mm. Creep needs 11.5–23.0 rpm. One encoder and one magnet are listed.</a:t>
                      </a:r>
                      <a:endParaRPr sz="1400" u="none" strike="noStrike" cap="none"/>
                    </a:p>
                  </a:txBody>
                  <a:tcPr marL="38100" marR="38100" marT="19050" marB="19050" anchor="ctr">
                    <a:lnR w="9525" cmpd="sng">
                      <a:solidFill>
                        <a:srgbClr val="E2E8F0"/>
                      </a:solidFill>
                      <a:prstDash val="solid"/>
                    </a:lnR>
                    <a:solidFill>
                      <a:srgbClr val="FFFFFF"/>
                    </a:solidFill>
                  </a:tcPr>
                </a:tc>
              </a:tr>
              <a:tr h="682625">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Battery and servo power</a:t>
                      </a:r>
                      <a:endParaRPr sz="1400" u="none" strike="noStrike" cap="none"/>
                    </a:p>
                  </a:txBody>
                  <a:tcPr marL="38100" marR="38100" marT="19050" marB="19050" anchor="ctr">
                    <a:lnL w="9525" cmpd="sng">
                      <a:solidFill>
                        <a:srgbClr val="E2E8F0"/>
                      </a:solidFill>
                      <a:prstDash val="solid"/>
                    </a:lnL>
                    <a:lnB w="9525" cmpd="sng">
                      <a:solidFill>
                        <a:srgbClr val="E2E8F0"/>
                      </a:solidFill>
                      <a:prstDash val="solid"/>
                    </a:lnB>
                    <a:solidFill>
                      <a:srgbClr val="F7F9FB"/>
                    </a:solidFill>
                  </a:tcPr>
                </a:tc>
                <a:tc>
                  <a:txBody>
                    <a:bodyPr/>
                    <a:lstStyle/>
                    <a:p>
                      <a:pPr marL="0" marR="0" lvl="0" indent="0" algn="l">
                        <a:lnSpc>
                          <a:spcPct val="100000"/>
                        </a:lnSpc>
                        <a:spcBef>
                          <a:spcPts val="0"/>
                        </a:spcBef>
                        <a:spcAft>
                          <a:spcPts val="0"/>
                        </a:spcAft>
                        <a:buClr>
                          <a:srgbClr val="000000"/>
                        </a:buClr>
                        <a:buSzPts val="1275"/>
                        <a:buFont typeface="Arial"/>
                        <a:buNone/>
                      </a:pPr>
                      <a:r>
                        <a:rPr sz="1275" b="0" u="none" strike="noStrike" cap="none">
                          <a:solidFill>
                            <a:srgbClr val="334155"/>
                          </a:solidFill>
                          <a:latin typeface="Inter"/>
                          <a:ea typeface="Inter"/>
                          <a:cs typeface="Inter"/>
                        </a:rPr>
                        <a:t>Six servos can demand 11.4 A at 5 V stall against a listed 5 A converter. The VRLA charger is incompatible with 3S LiPo.</a:t>
                      </a:r>
                      <a:endParaRPr sz="1400" u="none" strike="noStrike" cap="none"/>
                    </a:p>
                  </a:txBody>
                  <a:tcPr marL="38100" marR="38100" marT="19050" marB="19050" anchor="ctr">
                    <a:lnR w="9525" cmpd="sng">
                      <a:solidFill>
                        <a:srgbClr val="E2E8F0"/>
                      </a:solidFill>
                      <a:prstDash val="solid"/>
                    </a:lnR>
                    <a:lnB w="9525" cmpd="sng">
                      <a:solidFill>
                        <a:srgbClr val="E2E8F0"/>
                      </a:solidFill>
                      <a:prstDash val="solid"/>
                    </a:lnB>
                    <a:solidFill>
                      <a:srgbClr val="F7F9FB"/>
                    </a:solidFill>
                  </a:tcPr>
                </a:tc>
              </a:tr>
            </a:tbl>
          </a:graphicData>
        </a:graphic>
      </p:graphicFrame>
    </p:spTree>
    <p:extLst>
      <p:ext uri="{BB962C8B-B14F-4D97-AF65-F5344CB8AC3E}">
        <p14:creationId xmlns:p14="http://schemas.microsoft.com/office/powerpoint/2010/main" val="181124353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7" name="Google Shape;327;p27">
            <a:extLst xmlns:a="http://schemas.openxmlformats.org/drawingml/2006/main">
              <a:ext uri="{FF2B5EF4-FFF2-40B4-BE49-F238E27FC236}">
                <a16:creationId xmlns:a16="http://schemas.microsoft.com/office/drawing/2014/main" id="{3F1958AC-F07B-44DD-B821-E5FFE2076760}"/>
              </a:ext>
            </a:extLst>
          </p:cNvPr>
          <p:cNvSpPr>
            <a:spLocks xmlns:a="http://schemas.openxmlformats.org/drawingml/2006/main" noGrp="1"/>
          </p:cNvSpPr>
          <p:nvPr/>
        </p:nvSpPr>
        <p:spPr>
          <a:xfrm xmlns:a="http://schemas.openxmlformats.org/drawingml/2006/main">
            <a:off x="571500" y="476250"/>
            <a:ext cx="11601600" cy="3886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1E3A8A"/>
                </a:solidFill>
                <a:latin typeface="Poppins"/>
                <a:ea typeface="Poppins"/>
                <a:cs typeface="Poppins"/>
              </a:rPr>
              <a:t>Potential Solutions &amp; Risk Mitigation</a:t>
            </a:r>
            <a:endParaRPr sz="1400" b="0" i="0" u="none" strike="noStrike" cap="none">
              <a:solidFill>
                <a:srgbClr val="000000"/>
              </a:solidFill>
              <a:latin typeface="Arial"/>
              <a:ea typeface="Arial"/>
              <a:cs typeface="Arial"/>
            </a:endParaRPr>
          </a:p>
        </p:txBody>
      </p:sp>
      <p:pic>
        <p:nvPicPr>
          <p:cNvPr id="328" name="Google Shape;328;p27">
            <a:extLst xmlns:a="http://schemas.openxmlformats.org/drawingml/2006/main">
              <a:ext uri="{FF2B5EF4-FFF2-40B4-BE49-F238E27FC236}">
                <a16:creationId xmlns:a16="http://schemas.microsoft.com/office/drawing/2014/main" id="{92B72016-C372-4A46-8D15-60E6DE04F58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7592b4724014131">
            <a:alphaModFix/>
          </a:blip>
          <a:srcRect xmlns:a="http://schemas.openxmlformats.org/drawingml/2006/main" l="0" t="0" r="0" b="0"/>
          <a:stretch xmlns:a="http://schemas.openxmlformats.org/drawingml/2006/main"/>
        </p:blipFill>
        <p:spPr>
          <a:xfrm xmlns:a="http://schemas.openxmlformats.org/drawingml/2006/main">
            <a:off x="11095194" y="6280800"/>
            <a:ext cx="1096806" cy="577200"/>
          </a:xfrm>
          <a:prstGeom xmlns:a="http://schemas.openxmlformats.org/drawingml/2006/main" prst="rect">
            <a:avLst/>
          </a:prstGeom>
          <a:ln xmlns:a="http://schemas.openxmlformats.org/drawingml/2006/main">
            <a:noFill/>
          </a:ln>
        </p:spPr>
      </p:pic>
      <p:pic>
        <p:nvPicPr>
          <p:cNvPr id="329" name="Google Shape;329;p27">
            <a:extLst xmlns:a="http://schemas.openxmlformats.org/drawingml/2006/main">
              <a:ext uri="{FF2B5EF4-FFF2-40B4-BE49-F238E27FC236}">
                <a16:creationId xmlns:a16="http://schemas.microsoft.com/office/drawing/2014/main" id="{6DF49396-B901-4F23-BAD9-A6C1ED9ABDC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fa9708fa4014f8c">
            <a:alphaModFix/>
          </a:blip>
          <a:srcRect xmlns:a="http://schemas.openxmlformats.org/drawingml/2006/main" l="14673" t="33074" r="15820" b="44466"/>
          <a:stretch xmlns:a="http://schemas.openxmlformats.org/drawingml/2006/main"/>
        </p:blipFill>
        <p:spPr>
          <a:xfrm xmlns:a="http://schemas.openxmlformats.org/drawingml/2006/main">
            <a:off x="0" y="6280800"/>
            <a:ext cx="1786280" cy="577200"/>
          </a:xfrm>
          <a:prstGeom xmlns:a="http://schemas.openxmlformats.org/drawingml/2006/main" prst="rect">
            <a:avLst/>
          </a:prstGeom>
          <a:ln xmlns:a="http://schemas.openxmlformats.org/drawingml/2006/main">
            <a:noFill/>
          </a:ln>
        </p:spPr>
      </p:pic>
      <p:graphicFrame>
        <p:nvGraphicFramePr>
          <p:cNvPr id="330" name="Google Shape;330;p27">
            <a:extLst xmlns:a="http://schemas.openxmlformats.org/drawingml/2006/main">
              <a:ext uri="{FF2B5EF4-FFF2-40B4-BE49-F238E27FC236}">
                <a16:creationId xmlns:a16="http://schemas.microsoft.com/office/drawing/2014/main" id="{1DEE48F3-BED6-4217-B685-F02AA316B245}"/>
              </a:ext>
            </a:extLst>
          </p:cNvPr>
          <p:cNvGraphicFramePr/>
          <p:nvPr/>
        </p:nvGraphicFramePr>
        <p:xfrm>
          <a:off xmlns:a="http://schemas.openxmlformats.org/drawingml/2006/main" x="571500" y="1400175"/>
          <a:ext xmlns:a="http://schemas.openxmlformats.org/drawingml/2006/main" cx="3000000" cy="3000000"/>
        </p:xfrm>
        <a:graphic xmlns:a="http://schemas.openxmlformats.org/drawingml/2006/main">
          <a:graphicData uri="http://schemas.openxmlformats.org/drawingml/2006/table">
            <a:tbl>
              <a:tblPr>
                <a:tableStyleId>{62ED9BA4-4FA7-4FEF-9CD9-25A31C81FDAC}</a:tableStyleId>
              </a:tblPr>
              <a:tblGrid>
                <a:gridCol w="2571750"/>
                <a:gridCol w="4238625"/>
                <a:gridCol w="4238625"/>
              </a:tblGrid>
              <a:tr h="682625">
                <a:tc>
                  <a:txBody>
                    <a:bodyPr/>
                    <a:lstStyle/>
                    <a:p>
                      <a:pPr marL="0" marR="0" lvl="0" indent="0" algn="l">
                        <a:lnSpc>
                          <a:spcPct val="100000"/>
                        </a:lnSpc>
                        <a:spcBef>
                          <a:spcPts val="0"/>
                        </a:spcBef>
                        <a:spcAft>
                          <a:spcPts val="0"/>
                        </a:spcAft>
                        <a:buClr>
                          <a:srgbClr val="000000"/>
                        </a:buClr>
                        <a:buSzPts val="1200"/>
                        <a:buFont typeface="Arial"/>
                        <a:buNone/>
                      </a:pPr>
                      <a:r>
                        <a:rPr sz="1200" b="1" u="none" strike="noStrike" cap="none">
                          <a:solidFill>
                            <a:srgbClr val="334155"/>
                          </a:solidFill>
                          <a:latin typeface="Inter"/>
                          <a:ea typeface="Inter"/>
                          <a:cs typeface="Inter"/>
                        </a:rPr>
                        <a:t>Risk</a:t>
                      </a:r>
                      <a:endParaRPr sz="1400" u="none" strike="noStrike" cap="none"/>
                    </a:p>
                  </a:txBody>
                  <a:tcPr marL="38100" marR="38100" marT="19050" marB="19050" anchor="ctr">
                    <a:lnL w="9525" cmpd="sng">
                      <a:solidFill>
                        <a:srgbClr val="E2E8F0"/>
                      </a:solidFill>
                      <a:prstDash val="solid"/>
                    </a:lnL>
                    <a:lnT w="9525" cmpd="sng">
                      <a:solidFill>
                        <a:srgbClr val="E2E8F0"/>
                      </a:solidFill>
                      <a:prstDash val="solid"/>
                    </a:lnT>
                    <a:solidFill>
                      <a:srgbClr val="E2E8F0"/>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1" u="none" strike="noStrike" cap="none">
                          <a:solidFill>
                            <a:srgbClr val="334155"/>
                          </a:solidFill>
                          <a:latin typeface="Inter"/>
                          <a:ea typeface="Inter"/>
                          <a:cs typeface="Inter"/>
                        </a:rPr>
                        <a:t>Primary action</a:t>
                      </a:r>
                      <a:endParaRPr sz="1400" u="none" strike="noStrike" cap="none"/>
                    </a:p>
                  </a:txBody>
                  <a:tcPr marL="38100" marR="38100" marT="19050" marB="19050" anchor="ctr">
                    <a:lnT w="9525" cmpd="sng">
                      <a:solidFill>
                        <a:srgbClr val="E2E8F0"/>
                      </a:solidFill>
                      <a:prstDash val="solid"/>
                    </a:lnT>
                    <a:solidFill>
                      <a:srgbClr val="E2E8F0"/>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1" u="none" strike="noStrike" cap="none">
                          <a:solidFill>
                            <a:srgbClr val="334155"/>
                          </a:solidFill>
                          <a:latin typeface="Inter"/>
                          <a:ea typeface="Inter"/>
                          <a:cs typeface="Inter"/>
                        </a:rPr>
                        <a:t>Fallback</a:t>
                      </a:r>
                      <a:endParaRPr sz="1400" u="none" strike="noStrike" cap="none"/>
                    </a:p>
                  </a:txBody>
                  <a:tcPr marL="38100" marR="38100" marT="19050" marB="19050" anchor="ctr">
                    <a:lnR w="9525" cmpd="sng">
                      <a:solidFill>
                        <a:srgbClr val="E2E8F0"/>
                      </a:solidFill>
                      <a:prstDash val="solid"/>
                    </a:lnR>
                    <a:lnT w="9525" cmpd="sng">
                      <a:solidFill>
                        <a:srgbClr val="E2E8F0"/>
                      </a:solidFill>
                      <a:prstDash val="solid"/>
                    </a:lnT>
                    <a:solidFill>
                      <a:srgbClr val="E2E8F0"/>
                    </a:solidFill>
                  </a:tcPr>
                </a:tc>
              </a:tr>
              <a:tr h="682625">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Concentrated load / print creep</a:t>
                      </a:r>
                      <a:endParaRPr sz="1400" u="none" strike="noStrike" cap="none"/>
                    </a:p>
                  </a:txBody>
                  <a:tcPr marL="38100" marR="38100" marT="19050" marB="19050" anchor="ctr">
                    <a:lnL w="9525" cmpd="sng">
                      <a:solidFill>
                        <a:srgbClr val="E2E8F0"/>
                      </a:solidFill>
                      <a:prstDash val="solid"/>
                    </a:lnL>
                    <a:solidFill>
                      <a:srgbClr val="F7F9FB"/>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Metal shafts, loaded frames and bearing seats. Qualify the new 51100 seats and one loaded joint.</a:t>
                      </a:r>
                      <a:endParaRPr sz="1400" u="none" strike="noStrike" cap="none"/>
                    </a:p>
                  </a:txBody>
                  <a:tcPr marL="38100" marR="38100" marT="19050" marB="19050" anchor="ctr">
                    <a:solidFill>
                      <a:srgbClr val="F7F9FB"/>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Increase section or replace critical printed parts with flat metal</a:t>
                      </a:r>
                      <a:endParaRPr sz="1400" u="none" strike="noStrike" cap="none"/>
                    </a:p>
                  </a:txBody>
                  <a:tcPr marL="38100" marR="38100" marT="19050" marB="19050" anchor="ctr">
                    <a:lnR w="9525" cmpd="sng">
                      <a:solidFill>
                        <a:srgbClr val="E2E8F0"/>
                      </a:solidFill>
                      <a:prstDash val="solid"/>
                    </a:lnR>
                    <a:solidFill>
                      <a:srgbClr val="F7F9FB"/>
                    </a:solidFill>
                  </a:tcPr>
                </a:tc>
              </a:tr>
              <a:tr h="682625">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Cable friction or wear</a:t>
                      </a:r>
                      <a:endParaRPr sz="1400" u="none" strike="noStrike" cap="none"/>
                    </a:p>
                  </a:txBody>
                  <a:tcPr marL="38100" marR="38100" marT="19050" marB="19050" anchor="ctr">
                    <a:lnL w="9525" cmpd="sng">
                      <a:solidFill>
                        <a:srgbClr val="E2E8F0"/>
                      </a:solidFill>
                      <a:prstDash val="solid"/>
                    </a:lnL>
                    <a:solidFill>
                      <a:srgbClr val="FFFFFF"/>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Measure tension loss and sweep travel at each preload. Use supported direction changes.</a:t>
                      </a:r>
                      <a:endParaRPr sz="1400" u="none" strike="noStrike" cap="none"/>
                    </a:p>
                  </a:txBody>
                  <a:tcPr marL="38100" marR="38100" marT="19050" marB="19050" anchor="ctr">
                    <a:solidFill>
                      <a:srgbClr val="FFFFFF"/>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Increase guide radius or use a rated pulley</a:t>
                      </a:r>
                      <a:endParaRPr sz="1400" u="none" strike="noStrike" cap="none"/>
                    </a:p>
                  </a:txBody>
                  <a:tcPr marL="38100" marR="38100" marT="19050" marB="19050" anchor="ctr">
                    <a:lnR w="9525" cmpd="sng">
                      <a:solidFill>
                        <a:srgbClr val="E2E8F0"/>
                      </a:solidFill>
                      <a:prstDash val="solid"/>
                    </a:lnR>
                    <a:solidFill>
                      <a:srgbClr val="FFFFFF"/>
                    </a:solidFill>
                  </a:tcPr>
                </a:tc>
              </a:tr>
              <a:tr h="682625">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Servo travel or holding fails</a:t>
                      </a:r>
                      <a:endParaRPr sz="1400" u="none" strike="noStrike" cap="none"/>
                    </a:p>
                  </a:txBody>
                  <a:tcPr marL="38100" marR="38100" marT="19050" marB="19050" anchor="ctr">
                    <a:lnL w="9525" cmpd="sng">
                      <a:solidFill>
                        <a:srgbClr val="E2E8F0"/>
                      </a:solidFill>
                      <a:prstDash val="solid"/>
                    </a:lnL>
                    <a:solidFill>
                      <a:srgbClr val="F7F9FB"/>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Verify 12 screw turns for 6 mm travel. Unload one joint, adjust and confirm the positive lock.</a:t>
                      </a:r>
                      <a:endParaRPr sz="1400" u="none" strike="noStrike" cap="none"/>
                    </a:p>
                  </a:txBody>
                  <a:tcPr marL="38100" marR="38100" marT="19050" marB="19050" anchor="ctr">
                    <a:solidFill>
                      <a:srgbClr val="F7F9FB"/>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Revise the servo output or transmission after measuring torque and stroke</a:t>
                      </a:r>
                      <a:endParaRPr sz="1400" u="none" strike="noStrike" cap="none"/>
                    </a:p>
                  </a:txBody>
                  <a:tcPr marL="38100" marR="38100" marT="19050" marB="19050" anchor="ctr">
                    <a:lnR w="9525" cmpd="sng">
                      <a:solidFill>
                        <a:srgbClr val="E2E8F0"/>
                      </a:solidFill>
                      <a:prstDash val="solid"/>
                    </a:lnR>
                    <a:solidFill>
                      <a:srgbClr val="F7F9FB"/>
                    </a:solidFill>
                  </a:tcPr>
                </a:tc>
              </a:tr>
              <a:tr h="682625">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Low-speed drive / limited feedback</a:t>
                      </a:r>
                      <a:endParaRPr sz="1400" u="none" strike="noStrike" cap="none"/>
                    </a:p>
                  </a:txBody>
                  <a:tcPr marL="38100" marR="38100" marT="19050" marB="19050" anchor="ctr">
                    <a:lnL w="9525" cmpd="sng">
                      <a:solidFill>
                        <a:srgbClr val="E2E8F0"/>
                      </a:solidFill>
                      <a:prstDash val="solid"/>
                    </a:lnL>
                    <a:solidFill>
                      <a:srgbClr val="FFFFFF"/>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Test four motors at 11.5–23.0 wheel rpm. Use one reference encoder and repeated timed track runs.</a:t>
                      </a:r>
                      <a:endParaRPr sz="1400" u="none" strike="noStrike" cap="none"/>
                    </a:p>
                  </a:txBody>
                  <a:tcPr marL="38100" marR="38100" marT="19050" marB="19050" anchor="ctr">
                    <a:solidFill>
                      <a:srgbClr val="FFFFFF"/>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Review reduction and encoder coverage before speed-control release</a:t>
                      </a:r>
                      <a:endParaRPr sz="1400" u="none" strike="noStrike" cap="none"/>
                    </a:p>
                  </a:txBody>
                  <a:tcPr marL="38100" marR="38100" marT="19050" marB="19050" anchor="ctr">
                    <a:lnR w="9525" cmpd="sng">
                      <a:solidFill>
                        <a:srgbClr val="E2E8F0"/>
                      </a:solidFill>
                      <a:prstDash val="solid"/>
                    </a:lnR>
                    <a:solidFill>
                      <a:srgbClr val="FFFFFF"/>
                    </a:solidFill>
                  </a:tcPr>
                </a:tc>
              </a:tr>
              <a:tr h="682625">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Power and charger integration</a:t>
                      </a:r>
                      <a:endParaRPr sz="1400" u="none" strike="noStrike" cap="none"/>
                    </a:p>
                  </a:txBody>
                  <a:tcPr marL="38100" marR="38100" marT="19050" marB="19050" anchor="ctr">
                    <a:lnL w="9525" cmpd="sng">
                      <a:solidFill>
                        <a:srgbClr val="E2E8F0"/>
                      </a:solidFill>
                      <a:prstDash val="solid"/>
                    </a:lnL>
                    <a:lnB w="9525" cmpd="sng">
                      <a:solidFill>
                        <a:srgbClr val="E2E8F0"/>
                      </a:solidFill>
                      <a:prstDash val="solid"/>
                    </a:lnB>
                    <a:solidFill>
                      <a:srgbClr val="F7F9FB"/>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Match a 3S LiPo charger and qualify servo current, regulator cooling, shunt and emergency power removal.</a:t>
                      </a:r>
                      <a:endParaRPr sz="1400" u="none" strike="noStrike" cap="none"/>
                    </a:p>
                  </a:txBody>
                  <a:tcPr marL="38100" marR="38100" marT="19050" marB="19050" anchor="ctr">
                    <a:lnB w="9525" cmpd="sng">
                      <a:solidFill>
                        <a:srgbClr val="E2E8F0"/>
                      </a:solidFill>
                      <a:prstDash val="solid"/>
                    </a:lnB>
                    <a:solidFill>
                      <a:srgbClr val="F7F9FB"/>
                    </a:solidFill>
                  </a:tcPr>
                </a:tc>
                <a:tc>
                  <a:txBody>
                    <a:bodyPr/>
                    <a:lstStyle/>
                    <a:p>
                      <a:pPr marL="0" marR="0" lvl="0" indent="0" algn="l">
                        <a:lnSpc>
                          <a:spcPct val="100000"/>
                        </a:lnSpc>
                        <a:spcBef>
                          <a:spcPts val="0"/>
                        </a:spcBef>
                        <a:spcAft>
                          <a:spcPts val="0"/>
                        </a:spcAft>
                        <a:buClr>
                          <a:srgbClr val="000000"/>
                        </a:buClr>
                        <a:buSzPts val="1200"/>
                        <a:buFont typeface="Arial"/>
                        <a:buNone/>
                      </a:pPr>
                      <a:r>
                        <a:rPr sz="1200" b="0" u="none" strike="noStrike" cap="none">
                          <a:solidFill>
                            <a:srgbClr val="334155"/>
                          </a:solidFill>
                          <a:latin typeface="Inter"/>
                          <a:ea typeface="Inter"/>
                          <a:cs typeface="Inter"/>
                        </a:rPr>
                        <a:t>Keep fixed preload and hold loaded tests until the power design passes</a:t>
                      </a:r>
                      <a:endParaRPr sz="1400" u="none" strike="noStrike" cap="none"/>
                    </a:p>
                  </a:txBody>
                  <a:tcPr marL="38100" marR="38100" marT="19050" marB="19050" anchor="ctr">
                    <a:lnR w="9525" cmpd="sng">
                      <a:solidFill>
                        <a:srgbClr val="E2E8F0"/>
                      </a:solidFill>
                      <a:prstDash val="solid"/>
                    </a:lnR>
                    <a:lnB w="9525" cmpd="sng">
                      <a:solidFill>
                        <a:srgbClr val="E2E8F0"/>
                      </a:solidFill>
                      <a:prstDash val="solid"/>
                    </a:lnB>
                    <a:solidFill>
                      <a:srgbClr val="F7F9FB"/>
                    </a:solidFill>
                  </a:tcPr>
                </a:tc>
              </a:tr>
            </a:tbl>
          </a:graphicData>
        </a:graphic>
      </p:graphicFrame>
    </p:spTree>
    <p:extLst>
      <p:ext uri="{BB962C8B-B14F-4D97-AF65-F5344CB8AC3E}">
        <p14:creationId xmlns:p14="http://schemas.microsoft.com/office/powerpoint/2010/main" val="13322726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6" name="Google Shape;336;p28">
            <a:extLst xmlns:a="http://schemas.openxmlformats.org/drawingml/2006/main">
              <a:ext uri="{FF2B5EF4-FFF2-40B4-BE49-F238E27FC236}">
                <a16:creationId xmlns:a16="http://schemas.microsoft.com/office/drawing/2014/main" id="{B2A2C0B0-EF5A-4D8F-A8B8-876F12D0C2D5}"/>
              </a:ext>
            </a:extLst>
          </p:cNvPr>
          <p:cNvSpPr>
            <a:spLocks xmlns:a="http://schemas.openxmlformats.org/drawingml/2006/main" noGrp="1"/>
          </p:cNvSpPr>
          <p:nvPr/>
        </p:nvSpPr>
        <p:spPr>
          <a:xfrm xmlns:a="http://schemas.openxmlformats.org/drawingml/2006/main">
            <a:off x="571500" y="476250"/>
            <a:ext cx="11601600" cy="38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1E3A8A"/>
                </a:solidFill>
                <a:latin typeface="Poppins"/>
                <a:ea typeface="Poppins"/>
                <a:cs typeface="Poppins"/>
              </a:rPr>
              <a:t>References &amp; Sources</a:t>
            </a:r>
            <a:endParaRPr sz="2550" b="1" i="0" u="none" strike="noStrike" cap="none">
              <a:solidFill>
                <a:srgbClr val="1E3A8A"/>
              </a:solidFill>
              <a:latin typeface="Poppins"/>
              <a:ea typeface="Poppins"/>
              <a:cs typeface="Poppins"/>
            </a:endParaRPr>
          </a:p>
        </p:txBody>
      </p:sp>
      <p:pic>
        <p:nvPicPr>
          <p:cNvPr id="337" name="Google Shape;337;p28">
            <a:extLst xmlns:a="http://schemas.openxmlformats.org/drawingml/2006/main">
              <a:ext uri="{FF2B5EF4-FFF2-40B4-BE49-F238E27FC236}">
                <a16:creationId xmlns:a16="http://schemas.microsoft.com/office/drawing/2014/main" id="{F8F6A420-4EAC-4492-84DB-D4DA41418D2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1716d6ddca646ee">
            <a:alphaModFix/>
          </a:blip>
          <a:srcRect xmlns:a="http://schemas.openxmlformats.org/drawingml/2006/main" l="0" t="0" r="0" b="0"/>
          <a:stretch xmlns:a="http://schemas.openxmlformats.org/drawingml/2006/main"/>
        </p:blipFill>
        <p:spPr>
          <a:xfrm xmlns:a="http://schemas.openxmlformats.org/drawingml/2006/main">
            <a:off x="11095194" y="6280800"/>
            <a:ext cx="1096806" cy="577200"/>
          </a:xfrm>
          <a:prstGeom xmlns:a="http://schemas.openxmlformats.org/drawingml/2006/main" prst="rect">
            <a:avLst/>
          </a:prstGeom>
          <a:ln xmlns:a="http://schemas.openxmlformats.org/drawingml/2006/main">
            <a:noFill/>
          </a:ln>
        </p:spPr>
      </p:pic>
      <p:pic>
        <p:nvPicPr>
          <p:cNvPr id="338" name="Google Shape;338;p28">
            <a:extLst xmlns:a="http://schemas.openxmlformats.org/drawingml/2006/main">
              <a:ext uri="{FF2B5EF4-FFF2-40B4-BE49-F238E27FC236}">
                <a16:creationId xmlns:a16="http://schemas.microsoft.com/office/drawing/2014/main" id="{B732D172-7896-4D08-992A-474A6935A16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a44fd5c749a4b1d">
            <a:alphaModFix/>
          </a:blip>
          <a:srcRect xmlns:a="http://schemas.openxmlformats.org/drawingml/2006/main" l="14673" t="33074" r="15820" b="44466"/>
          <a:stretch xmlns:a="http://schemas.openxmlformats.org/drawingml/2006/main"/>
        </p:blipFill>
        <p:spPr>
          <a:xfrm xmlns:a="http://schemas.openxmlformats.org/drawingml/2006/main">
            <a:off x="0" y="6280800"/>
            <a:ext cx="1786280" cy="577200"/>
          </a:xfrm>
          <a:prstGeom xmlns:a="http://schemas.openxmlformats.org/drawingml/2006/main" prst="rect">
            <a:avLst/>
          </a:prstGeom>
          <a:ln xmlns:a="http://schemas.openxmlformats.org/drawingml/2006/main">
            <a:noFill/>
          </a:ln>
        </p:spPr>
      </p:pic>
      <p:sp>
        <p:nvSpPr>
          <p:cNvPr id="339" name="Google Shape;339;p28">
            <a:extLst xmlns:a="http://schemas.openxmlformats.org/drawingml/2006/main">
              <a:ext uri="{FF2B5EF4-FFF2-40B4-BE49-F238E27FC236}">
                <a16:creationId xmlns:a16="http://schemas.microsoft.com/office/drawing/2014/main" id="{85AF97ED-30F2-4A25-8358-3E9E962BD40C}"/>
              </a:ext>
            </a:extLst>
          </p:cNvPr>
          <p:cNvSpPr>
            <a:spLocks xmlns:a="http://schemas.openxmlformats.org/drawingml/2006/main" noGrp="1"/>
          </p:cNvSpPr>
          <p:nvPr/>
        </p:nvSpPr>
        <p:spPr>
          <a:xfrm xmlns:a="http://schemas.openxmlformats.org/drawingml/2006/main">
            <a:off x="571500" y="1257300"/>
            <a:ext cx="110490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50"/>
              <a:buFont typeface="Arial"/>
              <a:buNone/>
            </a:pPr>
            <a:r>
              <a:rPr sz="1650" b="1" i="0" u="none" strike="noStrike" cap="none">
                <a:solidFill>
                  <a:srgbClr val="0284C7"/>
                </a:solidFill>
                <a:latin typeface="Poppins SemiBold"/>
                <a:ea typeface="Poppins SemiBold"/>
                <a:cs typeface="Poppins SemiBold"/>
              </a:rPr>
              <a:t>Research and background sources</a:t>
            </a:r>
            <a:endParaRPr/>
          </a:p>
        </p:txBody>
      </p:sp>
      <p:sp>
        <p:nvSpPr>
          <p:cNvPr id="340" name="Google Shape;340;p28">
            <a:extLst xmlns:a="http://schemas.openxmlformats.org/drawingml/2006/main">
              <a:ext uri="{FF2B5EF4-FFF2-40B4-BE49-F238E27FC236}">
                <a16:creationId xmlns:a16="http://schemas.microsoft.com/office/drawing/2014/main" id="{39315D0C-7970-4CCE-93A8-80C31F7AD655}"/>
              </a:ext>
            </a:extLst>
          </p:cNvPr>
          <p:cNvSpPr>
            <a:spLocks xmlns:a="http://schemas.openxmlformats.org/drawingml/2006/main" noGrp="1"/>
          </p:cNvSpPr>
          <p:nvPr/>
        </p:nvSpPr>
        <p:spPr>
          <a:xfrm xmlns:a="http://schemas.openxmlformats.org/drawingml/2006/main">
            <a:off x="571500" y="1695450"/>
            <a:ext cx="10858500" cy="44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O. M. Anubi, D. R. Patel and C. D. Crane III. (2013). A new variable stiffness suspension system: passive case.</a:t>
            </a:r>
            <a:endParaRPr/>
          </a:p>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Mechanical Sciences, 4, 139–151.</a:t>
            </a:r>
            <a:endParaRPr/>
          </a:p>
        </p:txBody>
      </p:sp>
      <p:sp>
        <p:nvSpPr>
          <p:cNvPr id="341" name="Google Shape;341;p28">
            <a:extLst xmlns:a="http://schemas.openxmlformats.org/drawingml/2006/main">
              <a:ext uri="{FF2B5EF4-FFF2-40B4-BE49-F238E27FC236}">
                <a16:creationId xmlns:a16="http://schemas.microsoft.com/office/drawing/2014/main" id="{4DA22313-4A1F-415B-A2A4-3392EF020E94}"/>
              </a:ext>
            </a:extLst>
          </p:cNvPr>
          <p:cNvSpPr>
            <a:spLocks xmlns:a="http://schemas.openxmlformats.org/drawingml/2006/main" noGrp="1"/>
          </p:cNvSpPr>
          <p:nvPr/>
        </p:nvSpPr>
        <p:spPr>
          <a:xfrm xmlns:a="http://schemas.openxmlformats.org/drawingml/2006/main">
            <a:off x="571500" y="2200275"/>
            <a:ext cx="1085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sng" strike="noStrike" cap="none">
                <a:solidFill>
                  <a:srgbClr val="0000FF"/>
                </a:solidFill>
                <a:latin typeface="Inter"/>
                <a:ea typeface="Inter"/>
                <a:cs typeface="Inter"/>
                <a:hlinkClick xmlns:r="http://schemas.openxmlformats.org/officeDocument/2006/relationships" r:id="Rea648e67bf6b4014"/>
              </a:rPr>
              <a:t>https://doi.org/10.5194/ms-4-139-2013</a:t>
            </a:r>
            <a:endParaRPr/>
          </a:p>
        </p:txBody>
      </p:sp>
      <p:sp>
        <p:nvSpPr>
          <p:cNvPr id="342" name="Google Shape;342;p28">
            <a:extLst xmlns:a="http://schemas.openxmlformats.org/drawingml/2006/main">
              <a:ext uri="{FF2B5EF4-FFF2-40B4-BE49-F238E27FC236}">
                <a16:creationId xmlns:a16="http://schemas.microsoft.com/office/drawing/2014/main" id="{B6E983F4-5ACC-47AE-9731-0D580A01AE0F}"/>
              </a:ext>
            </a:extLst>
          </p:cNvPr>
          <p:cNvSpPr>
            <a:spLocks xmlns:a="http://schemas.openxmlformats.org/drawingml/2006/main" noGrp="1"/>
          </p:cNvSpPr>
          <p:nvPr/>
        </p:nvSpPr>
        <p:spPr>
          <a:xfrm xmlns:a="http://schemas.openxmlformats.org/drawingml/2006/main">
            <a:off x="571500" y="2581275"/>
            <a:ext cx="10858500" cy="44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D. Zappetti, Y. Sun, M. Gevers, S. Mintchev and D. Floreano. (2022).</a:t>
            </a:r>
            <a:endParaRPr/>
          </a:p>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Dual Stiffness Tensegrity Platform for Resilient Robotics. Advanced Intelligent Systems, 4(7), 2200025.</a:t>
            </a:r>
            <a:endParaRPr/>
          </a:p>
        </p:txBody>
      </p:sp>
      <p:sp>
        <p:nvSpPr>
          <p:cNvPr id="343" name="Google Shape;343;p28">
            <a:extLst xmlns:a="http://schemas.openxmlformats.org/drawingml/2006/main">
              <a:ext uri="{FF2B5EF4-FFF2-40B4-BE49-F238E27FC236}">
                <a16:creationId xmlns:a16="http://schemas.microsoft.com/office/drawing/2014/main" id="{5C1C0C19-F9E7-4565-ACB7-0D6ECA4A85E3}"/>
              </a:ext>
            </a:extLst>
          </p:cNvPr>
          <p:cNvSpPr>
            <a:spLocks xmlns:a="http://schemas.openxmlformats.org/drawingml/2006/main" noGrp="1"/>
          </p:cNvSpPr>
          <p:nvPr/>
        </p:nvSpPr>
        <p:spPr>
          <a:xfrm xmlns:a="http://schemas.openxmlformats.org/drawingml/2006/main">
            <a:off x="571500" y="3086100"/>
            <a:ext cx="1085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sng" strike="noStrike" cap="none">
                <a:solidFill>
                  <a:srgbClr val="0000FF"/>
                </a:solidFill>
                <a:latin typeface="Inter"/>
                <a:ea typeface="Inter"/>
                <a:cs typeface="Inter"/>
                <a:hlinkClick xmlns:r="http://schemas.openxmlformats.org/officeDocument/2006/relationships" r:id="Re23872a5967740c9"/>
              </a:rPr>
              <a:t>https://doi.org/10.1002/aisy.202200025</a:t>
            </a:r>
            <a:endParaRPr/>
          </a:p>
        </p:txBody>
      </p:sp>
      <p:sp>
        <p:nvSpPr>
          <p:cNvPr id="344" name="Google Shape;344;p28">
            <a:extLst xmlns:a="http://schemas.openxmlformats.org/drawingml/2006/main">
              <a:ext uri="{FF2B5EF4-FFF2-40B4-BE49-F238E27FC236}">
                <a16:creationId xmlns:a16="http://schemas.microsoft.com/office/drawing/2014/main" id="{FB1B9BF0-5BF1-4095-BD44-A7E4A67AE664}"/>
              </a:ext>
            </a:extLst>
          </p:cNvPr>
          <p:cNvSpPr>
            <a:spLocks xmlns:a="http://schemas.openxmlformats.org/drawingml/2006/main" noGrp="1"/>
          </p:cNvSpPr>
          <p:nvPr/>
        </p:nvSpPr>
        <p:spPr>
          <a:xfrm xmlns:a="http://schemas.openxmlformats.org/drawingml/2006/main">
            <a:off x="571500" y="3467100"/>
            <a:ext cx="10858500" cy="447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S. Lessard, J. Bruce, E. Jung, M. Teodorescu, V. SunSpiral and A. Agogino. (2015).</a:t>
            </a:r>
            <a:endParaRPr/>
          </a:p>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A light-weight, multi-axis compliant tensegrity joint. arXiv:1510.07595v1.</a:t>
            </a:r>
            <a:endParaRPr/>
          </a:p>
        </p:txBody>
      </p:sp>
      <p:sp>
        <p:nvSpPr>
          <p:cNvPr id="345" name="Google Shape;345;p28">
            <a:extLst xmlns:a="http://schemas.openxmlformats.org/drawingml/2006/main">
              <a:ext uri="{FF2B5EF4-FFF2-40B4-BE49-F238E27FC236}">
                <a16:creationId xmlns:a16="http://schemas.microsoft.com/office/drawing/2014/main" id="{DFD218CE-4F44-4152-8F07-96977A7AD53E}"/>
              </a:ext>
            </a:extLst>
          </p:cNvPr>
          <p:cNvSpPr>
            <a:spLocks xmlns:a="http://schemas.openxmlformats.org/drawingml/2006/main" noGrp="1"/>
          </p:cNvSpPr>
          <p:nvPr/>
        </p:nvSpPr>
        <p:spPr>
          <a:xfrm xmlns:a="http://schemas.openxmlformats.org/drawingml/2006/main">
            <a:off x="571500" y="3971925"/>
            <a:ext cx="1085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sng" strike="noStrike" cap="none">
                <a:solidFill>
                  <a:srgbClr val="0000FF"/>
                </a:solidFill>
                <a:latin typeface="Inter"/>
                <a:ea typeface="Inter"/>
                <a:cs typeface="Inter"/>
                <a:hlinkClick xmlns:r="http://schemas.openxmlformats.org/officeDocument/2006/relationships" r:id="R394aa8788a854e89"/>
              </a:rPr>
              <a:t>https://arxiv.org/html/1510.07595v1</a:t>
            </a:r>
            <a:endParaRPr/>
          </a:p>
        </p:txBody>
      </p:sp>
      <p:sp>
        <p:nvSpPr>
          <p:cNvPr id="346" name="Google Shape;346;p28">
            <a:extLst xmlns:a="http://schemas.openxmlformats.org/drawingml/2006/main">
              <a:ext uri="{FF2B5EF4-FFF2-40B4-BE49-F238E27FC236}">
                <a16:creationId xmlns:a16="http://schemas.microsoft.com/office/drawing/2014/main" id="{91B41CB9-3902-4698-AEF8-20A7981DAFDB}"/>
              </a:ext>
            </a:extLst>
          </p:cNvPr>
          <p:cNvSpPr>
            <a:spLocks xmlns:a="http://schemas.openxmlformats.org/drawingml/2006/main" noGrp="1"/>
          </p:cNvSpPr>
          <p:nvPr/>
        </p:nvSpPr>
        <p:spPr>
          <a:xfrm xmlns:a="http://schemas.openxmlformats.org/drawingml/2006/main">
            <a:off x="571500" y="4352925"/>
            <a:ext cx="10858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none" strike="noStrike" cap="none">
                <a:solidFill>
                  <a:srgbClr val="334155"/>
                </a:solidFill>
                <a:latin typeface="Inter"/>
                <a:ea typeface="Inter"/>
                <a:cs typeface="Inter"/>
              </a:rPr>
              <a:t>ScienceDirect Topics. Tensegrity - an overview. Engineering topic reference.</a:t>
            </a:r>
            <a:endParaRPr/>
          </a:p>
        </p:txBody>
      </p:sp>
      <p:sp>
        <p:nvSpPr>
          <p:cNvPr id="347" name="Google Shape;347;p28">
            <a:extLst xmlns:a="http://schemas.openxmlformats.org/drawingml/2006/main">
              <a:ext uri="{FF2B5EF4-FFF2-40B4-BE49-F238E27FC236}">
                <a16:creationId xmlns:a16="http://schemas.microsoft.com/office/drawing/2014/main" id="{C6D12321-95FE-4791-920E-302C9181EE4D}"/>
              </a:ext>
            </a:extLst>
          </p:cNvPr>
          <p:cNvSpPr>
            <a:spLocks xmlns:a="http://schemas.openxmlformats.org/drawingml/2006/main" noGrp="1"/>
          </p:cNvSpPr>
          <p:nvPr/>
        </p:nvSpPr>
        <p:spPr>
          <a:xfrm xmlns:a="http://schemas.openxmlformats.org/drawingml/2006/main">
            <a:off x="571500" y="4657725"/>
            <a:ext cx="10858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sng" strike="noStrike" cap="none">
                <a:solidFill>
                  <a:srgbClr val="0000FF"/>
                </a:solidFill>
                <a:latin typeface="Inter"/>
                <a:ea typeface="Inter"/>
                <a:cs typeface="Inter"/>
                <a:hlinkClick xmlns:r="http://schemas.openxmlformats.org/officeDocument/2006/relationships" r:id="R31a0042e8d034c3f"/>
              </a:rPr>
              <a:t>https://www.sciencedirect.com/topics/engineering/tensegrity</a:t>
            </a:r>
            <a:endParaRPr/>
          </a:p>
        </p:txBody>
      </p:sp>
      <p:sp>
        <p:nvSpPr>
          <p:cNvPr id="348" name="Google Shape;348;p28">
            <a:extLst xmlns:a="http://schemas.openxmlformats.org/drawingml/2006/main">
              <a:ext uri="{FF2B5EF4-FFF2-40B4-BE49-F238E27FC236}">
                <a16:creationId xmlns:a16="http://schemas.microsoft.com/office/drawing/2014/main" id="{8606EA84-E2BE-432F-A966-38744E60FB42}"/>
              </a:ext>
            </a:extLst>
          </p:cNvPr>
          <p:cNvSpPr>
            <a:spLocks xmlns:a="http://schemas.openxmlformats.org/drawingml/2006/main" noGrp="1"/>
          </p:cNvSpPr>
          <p:nvPr/>
        </p:nvSpPr>
        <p:spPr>
          <a:xfrm xmlns:a="http://schemas.openxmlformats.org/drawingml/2006/main">
            <a:off x="571500" y="5048250"/>
            <a:ext cx="10858500" cy="447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50"/>
              <a:buFont typeface="Arial"/>
              <a:buNone/>
            </a:pPr>
            <a:r>
              <a:rPr sz="1050" b="0" i="0" u="none" strike="noStrike" cap="none">
                <a:solidFill>
                  <a:srgbClr val="334155"/>
                </a:solidFill>
                <a:latin typeface="Inter"/>
                <a:ea typeface="Inter"/>
                <a:cs typeface="Inter"/>
              </a:rPr>
              <a:t>Project sources: team proposal, CY06 drawings, CAD, screenshots and development photos. Sensor photos: RoboticsDNA. Technical sources: ADXL345, MPU6050, RP2040, Teensy, PCA9685, MCP23017, INA219 and DS3225 documentation. Costs: supplied 43-line BOM.</a:t>
            </a:r>
            <a:endParaRPr/>
          </a:p>
        </p:txBody>
      </p:sp>
      <p:sp>
        <p:nvSpPr>
          <p:cNvPr id="349" name="Google Shape;349;p28">
            <a:extLst xmlns:a="http://schemas.openxmlformats.org/drawingml/2006/main">
              <a:ext uri="{FF2B5EF4-FFF2-40B4-BE49-F238E27FC236}">
                <a16:creationId xmlns:a16="http://schemas.microsoft.com/office/drawing/2014/main" id="{E09BB21B-6D18-46B7-AB09-1A098C97AA8D}"/>
              </a:ext>
            </a:extLst>
          </p:cNvPr>
          <p:cNvSpPr>
            <a:spLocks xmlns:a="http://schemas.openxmlformats.org/drawingml/2006/main" noGrp="1"/>
          </p:cNvSpPr>
          <p:nvPr/>
        </p:nvSpPr>
        <p:spPr>
          <a:xfrm xmlns:a="http://schemas.openxmlformats.org/drawingml/2006/main">
            <a:off x="571500" y="5619750"/>
            <a:ext cx="52389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sng" strike="noStrike" cap="none">
                <a:solidFill>
                  <a:srgbClr val="0000FF"/>
                </a:solidFill>
                <a:latin typeface="Inter"/>
                <a:ea typeface="Inter"/>
                <a:cs typeface="Inter"/>
                <a:hlinkClick xmlns:r="http://schemas.openxmlformats.org/officeDocument/2006/relationships" r:id="R5b5f8bc3d6a7418b"/>
              </a:rPr>
              <a:t>github.com/psmithul/tensegrity-rover</a:t>
            </a:r>
            <a:endParaRPr/>
          </a:p>
        </p:txBody>
      </p:sp>
      <p:sp>
        <p:nvSpPr>
          <p:cNvPr id="350" name="Google Shape;350;p28">
            <a:extLst xmlns:a="http://schemas.openxmlformats.org/drawingml/2006/main">
              <a:ext uri="{FF2B5EF4-FFF2-40B4-BE49-F238E27FC236}">
                <a16:creationId xmlns:a16="http://schemas.microsoft.com/office/drawing/2014/main" id="{7E566B96-3D20-4D83-B7E7-9E37C8B1AF26}"/>
              </a:ext>
            </a:extLst>
          </p:cNvPr>
          <p:cNvSpPr>
            <a:spLocks xmlns:a="http://schemas.openxmlformats.org/drawingml/2006/main" noGrp="1"/>
          </p:cNvSpPr>
          <p:nvPr/>
        </p:nvSpPr>
        <p:spPr>
          <a:xfrm xmlns:a="http://schemas.openxmlformats.org/drawingml/2006/main">
            <a:off x="6334125" y="5619750"/>
            <a:ext cx="52389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00"/>
              <a:buFont typeface="Arial"/>
              <a:buNone/>
            </a:pPr>
            <a:r>
              <a:rPr sz="1200" b="0" i="0" u="sng" strike="noStrike" cap="none">
                <a:solidFill>
                  <a:srgbClr val="0000FF"/>
                </a:solidFill>
                <a:latin typeface="Inter"/>
                <a:ea typeface="Inter"/>
                <a:cs typeface="Inter"/>
                <a:hlinkClick xmlns:r="http://schemas.openxmlformats.org/officeDocument/2006/relationships" r:id="R2dacc54413024534"/>
              </a:rPr>
              <a:t>Sensor module sources: RoboticsDNA</a:t>
            </a:r>
            <a:endParaRPr/>
          </a:p>
        </p:txBody>
      </p:sp>
      <p:sp>
        <p:nvSpPr>
          <p:cNvPr id="351" name="">
            <a:extLst xmlns:a="http://schemas.openxmlformats.org/drawingml/2006/main">
              <a:ext uri="{FF2B5EF4-FFF2-40B4-BE49-F238E27FC236}">
                <a16:creationId xmlns:a16="http://schemas.microsoft.com/office/drawing/2014/main" id="{FD0327E1-258B-4F37-9442-E8F332B798F0}"/>
              </a:ext>
            </a:extLst>
          </p:cNvPr>
          <p:cNvSpPr>
            <a:spLocks xmlns:a="http://schemas.openxmlformats.org/drawingml/2006/main" noGrp="1"/>
          </p:cNvSpPr>
          <p:nvPr/>
        </p:nvSpPr>
        <p:spPr>
          <a:xfrm xmlns:a="http://schemas.openxmlformats.org/drawingml/2006/main">
            <a:off x="571500" y="6000750"/>
            <a:ext cx="10858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050" b="0">
                <a:solidFill>
                  <a:srgbClr val="64748B"/>
                </a:solidFill>
                <a:latin typeface="Inter"/>
                <a:ea typeface="Inter"/>
                <a:cs typeface="Inter"/>
              </a:defRPr>
            </a:defPPr>
            <a:lvl1pPr>
              <a:buNone/>
              <a:defRPr sz="1050" b="0">
                <a:solidFill>
                  <a:srgbClr val="64748B"/>
                </a:solidFill>
                <a:latin typeface="Inter"/>
                <a:ea typeface="Inter"/>
                <a:cs typeface="Inter"/>
              </a:defRPr>
            </a:lvl1pPr>
            <a:lvl2pPr>
              <a:buNone/>
              <a:defRPr sz="1050" b="0">
                <a:solidFill>
                  <a:srgbClr val="64748B"/>
                </a:solidFill>
                <a:latin typeface="Inter"/>
                <a:ea typeface="Inter"/>
                <a:cs typeface="Inter"/>
              </a:defRPr>
            </a:lvl2pPr>
            <a:lvl3pPr>
              <a:buNone/>
              <a:defRPr sz="1050" b="0">
                <a:solidFill>
                  <a:srgbClr val="64748B"/>
                </a:solidFill>
                <a:latin typeface="Inter"/>
                <a:ea typeface="Inter"/>
                <a:cs typeface="Inter"/>
              </a:defRPr>
            </a:lvl3pPr>
            <a:lvl4pPr>
              <a:buNone/>
              <a:defRPr sz="1050" b="0">
                <a:solidFill>
                  <a:srgbClr val="64748B"/>
                </a:solidFill>
                <a:latin typeface="Inter"/>
                <a:ea typeface="Inter"/>
                <a:cs typeface="Inter"/>
              </a:defRPr>
            </a:lvl4pPr>
            <a:lvl5pPr>
              <a:buNone/>
              <a:defRPr sz="1050" b="0">
                <a:solidFill>
                  <a:srgbClr val="64748B"/>
                </a:solidFill>
                <a:latin typeface="Inter"/>
                <a:ea typeface="Inter"/>
                <a:cs typeface="Inter"/>
              </a:defRPr>
            </a:lvl5pPr>
            <a:lvl6pPr>
              <a:buNone/>
              <a:defRPr sz="1050" b="0">
                <a:solidFill>
                  <a:srgbClr val="64748B"/>
                </a:solidFill>
                <a:latin typeface="Inter"/>
                <a:ea typeface="Inter"/>
                <a:cs typeface="Inter"/>
              </a:defRPr>
            </a:lvl6pPr>
            <a:lvl7pPr>
              <a:buNone/>
              <a:defRPr sz="1050" b="0">
                <a:solidFill>
                  <a:srgbClr val="64748B"/>
                </a:solidFill>
                <a:latin typeface="Inter"/>
                <a:ea typeface="Inter"/>
                <a:cs typeface="Inter"/>
              </a:defRPr>
            </a:lvl7pPr>
            <a:lvl8pPr>
              <a:buNone/>
              <a:defRPr sz="1050" b="0">
                <a:solidFill>
                  <a:srgbClr val="64748B"/>
                </a:solidFill>
                <a:latin typeface="Inter"/>
                <a:ea typeface="Inter"/>
                <a:cs typeface="Inter"/>
              </a:defRPr>
            </a:lvl8pPr>
            <a:lvl9pPr>
              <a:buNone/>
              <a:defRPr sz="1050" b="0">
                <a:solidFill>
                  <a:srgbClr val="64748B"/>
                </a:solidFill>
                <a:latin typeface="Inter"/>
                <a:ea typeface="Inter"/>
                <a:cs typeface="Inter"/>
              </a:defRPr>
            </a:lvl9pPr>
          </a:lstStyle>
          <a:p xmlns:a="http://schemas.openxmlformats.org/drawingml/2006/main">
            <a:pPr>
              <a:buNone/>
              <a:defRPr sz="1050" b="0">
                <a:solidFill>
                  <a:srgbClr val="64748B"/>
                </a:solidFill>
                <a:latin typeface="Inter"/>
                <a:ea typeface="Inter"/>
                <a:cs typeface="Inter"/>
              </a:defRPr>
            </a:pPr>
            <a:r>
              <a:rPr sz="1050" b="0">
                <a:solidFill>
                  <a:srgbClr val="64748B"/>
                </a:solidFill>
                <a:latin typeface="Inter"/>
                <a:ea typeface="Inter"/>
                <a:cs typeface="Inter"/>
              </a:rPr>
              <a:t>AI assistance was used to prepare this presentation and generate some images without backgrounds.</a:t>
            </a:r>
          </a:p>
        </p:txBody>
      </p:sp>
    </p:spTree>
    <p:extLst>
      <p:ext uri="{BB962C8B-B14F-4D97-AF65-F5344CB8AC3E}">
        <p14:creationId xmlns:p14="http://schemas.microsoft.com/office/powerpoint/2010/main" val="514284457"/>
      </p:ext>
    </p:extLst>
  </p:cSld>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2026-10-25T15:54:25.5050000Z</dcterms:created>
  <dcterms:modified xsi:type="dcterms:W3CDTF">2026-10-25T15:54:25.5050000Z</dcterms:modified>
</coreProperties>
</file>